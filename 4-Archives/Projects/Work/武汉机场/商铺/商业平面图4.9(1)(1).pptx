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126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10634" y="136525"/>
            <a:ext cx="11370733" cy="3294074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4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10634" y="3943797"/>
            <a:ext cx="11370732" cy="2276027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30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924454" y="817032"/>
            <a:ext cx="2880000" cy="5156200"/>
          </a:xfrm>
        </p:spPr>
        <p:txBody>
          <a:bodyPr wrap="square" anchor="ctr">
            <a:normAutofit/>
          </a:bodyPr>
          <a:lstStyle>
            <a:lvl1pPr algn="ctr">
              <a:defRPr sz="5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87967" y="3694111"/>
            <a:ext cx="10016067" cy="2452689"/>
          </a:xfrm>
        </p:spPr>
        <p:txBody>
          <a:bodyPr wrap="square" anchor="t">
            <a:normAutofit/>
          </a:bodyPr>
          <a:lstStyle>
            <a:lvl1pPr algn="ctr">
              <a:defRPr sz="42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1087967" y="313268"/>
            <a:ext cx="10016067" cy="2928406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8000" b="1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469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31317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4373" y="136948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8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4373" y="2066355"/>
            <a:ext cx="5157787" cy="4128388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311265" y="1354875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8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311265" y="2051750"/>
            <a:ext cx="5183188" cy="4128388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>
                <a:solidFill>
                  <a:schemeClr val="tx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325" y="1296035"/>
            <a:ext cx="10800080" cy="57594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74134" y="491067"/>
            <a:ext cx="11243733" cy="2964933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4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74134" y="3937065"/>
            <a:ext cx="11243732" cy="2319802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30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4690" y="1364615"/>
            <a:ext cx="10799445" cy="48133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469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411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5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5575" y="3400425"/>
            <a:ext cx="6115050" cy="34353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" y="151130"/>
            <a:ext cx="3883025" cy="51250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855" y="269875"/>
            <a:ext cx="3689350" cy="47009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985885" y="5731510"/>
            <a:ext cx="2322830" cy="58356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lang="zh-CN" altLang="en-US" sz="1600" b="1" spc="2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食尚坊、兵哥豌豆面、茶话弄</a:t>
            </a:r>
            <a:endParaRPr lang="zh-CN" altLang="en-US" sz="1600" b="1" spc="2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612900" y="3279775"/>
            <a:ext cx="298450" cy="2984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594850" y="3279775"/>
            <a:ext cx="298450" cy="2984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624580" y="3063875"/>
            <a:ext cx="926465" cy="3371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lang="zh-CN" altLang="en-US" sz="1600" b="1" spc="2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百威</a:t>
            </a:r>
            <a:endParaRPr lang="zh-CN" altLang="en-US" sz="1600" b="1" spc="2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340600" y="2942590"/>
            <a:ext cx="926465" cy="3371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lang="zh-CN" altLang="en-US" sz="1600" b="1" spc="2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百威</a:t>
            </a:r>
            <a:endParaRPr lang="zh-CN" altLang="en-US" sz="1600" b="1" spc="2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0" name="右箭头 19"/>
          <p:cNvSpPr/>
          <p:nvPr/>
        </p:nvSpPr>
        <p:spPr>
          <a:xfrm>
            <a:off x="1911350" y="3159125"/>
            <a:ext cx="1788160" cy="12065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 rot="10800000">
            <a:off x="7806690" y="3279775"/>
            <a:ext cx="1788160" cy="12065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113155" y="3279775"/>
            <a:ext cx="381635" cy="33972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 rot="10800000">
            <a:off x="657860" y="3279775"/>
            <a:ext cx="358140" cy="13779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0" y="2696210"/>
            <a:ext cx="1155700" cy="58356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lang="en-US" altLang="zh-CN" sz="1600" b="1" spc="2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2F</a:t>
            </a:r>
            <a:r>
              <a:rPr lang="zh-CN" altLang="en-US" sz="1600" b="1" spc="2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夹层</a:t>
            </a:r>
            <a:endParaRPr lang="zh-CN" altLang="en-US" sz="1600" b="1" spc="2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600" b="1" spc="2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哲品</a:t>
            </a:r>
            <a:endParaRPr lang="zh-CN" altLang="en-US" sz="1600" b="1" spc="2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8568055" y="5436235"/>
            <a:ext cx="417830" cy="24003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4677410" y="5676265"/>
            <a:ext cx="298450" cy="2984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800850" y="5676265"/>
            <a:ext cx="298450" cy="2984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 rot="5400000">
            <a:off x="6770370" y="6315075"/>
            <a:ext cx="417830" cy="24003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272020" y="6498590"/>
            <a:ext cx="1129030" cy="3371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lang="zh-CN" altLang="en-US" sz="1600" b="1" spc="2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旅创优品</a:t>
            </a:r>
            <a:endParaRPr lang="zh-CN" altLang="en-US" sz="1600" b="1" spc="2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1" name="右箭头 20"/>
          <p:cNvSpPr/>
          <p:nvPr/>
        </p:nvSpPr>
        <p:spPr>
          <a:xfrm rot="5400000">
            <a:off x="4588510" y="6169660"/>
            <a:ext cx="417830" cy="24003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765675" y="6520815"/>
            <a:ext cx="1129030" cy="3371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lang="zh-CN" altLang="en-US" sz="1600" b="1" spc="2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旅创优品</a:t>
            </a:r>
            <a:endParaRPr lang="zh-CN" altLang="en-US" sz="1600" b="1" spc="2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3" name="右箭头 22"/>
          <p:cNvSpPr/>
          <p:nvPr/>
        </p:nvSpPr>
        <p:spPr>
          <a:xfrm rot="16200000">
            <a:off x="439420" y="3148965"/>
            <a:ext cx="358140" cy="13779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113155" y="0"/>
            <a:ext cx="2670810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lang="en-US" altLang="zh-CN" sz="2400" spc="200">
                <a:latin typeface="Arial" panose="020B0604020202020204" pitchFamily="34" charset="0"/>
                <a:ea typeface="微软雅黑" panose="020B0503020204020204" charset="-122"/>
              </a:rPr>
              <a:t>C</a:t>
            </a:r>
            <a:r>
              <a:rPr lang="zh-CN" altLang="en-US" sz="2400" spc="200">
                <a:latin typeface="Arial" panose="020B0604020202020204" pitchFamily="34" charset="0"/>
                <a:ea typeface="微软雅黑" panose="020B0503020204020204" charset="-122"/>
              </a:rPr>
              <a:t>区安检内</a:t>
            </a:r>
            <a:endParaRPr lang="zh-CN" altLang="en-US" sz="2400" spc="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85885" y="0"/>
            <a:ext cx="2670810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lang="en-US" altLang="zh-CN" sz="2400" spc="200">
                <a:latin typeface="Arial" panose="020B0604020202020204" pitchFamily="34" charset="0"/>
                <a:ea typeface="微软雅黑" panose="020B0503020204020204" charset="-122"/>
              </a:rPr>
              <a:t>D</a:t>
            </a:r>
            <a:r>
              <a:rPr lang="zh-CN" altLang="en-US" sz="2400" spc="200">
                <a:latin typeface="Arial" panose="020B0604020202020204" pitchFamily="34" charset="0"/>
                <a:ea typeface="微软雅黑" panose="020B0503020204020204" charset="-122"/>
              </a:rPr>
              <a:t>区安检内</a:t>
            </a:r>
            <a:endParaRPr lang="zh-CN" altLang="en-US" sz="2400" spc="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57860" y="6270625"/>
            <a:ext cx="2670810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lang="en-US" sz="2400" spc="200">
                <a:latin typeface="Arial" panose="020B0604020202020204" pitchFamily="34" charset="0"/>
                <a:ea typeface="微软雅黑" panose="020B0503020204020204" charset="-122"/>
              </a:rPr>
              <a:t>2F</a:t>
            </a:r>
            <a:r>
              <a:rPr lang="zh-CN" altLang="en-US" sz="2400" spc="200">
                <a:latin typeface="Arial" panose="020B0604020202020204" pitchFamily="34" charset="0"/>
                <a:ea typeface="微软雅黑" panose="020B0503020204020204" charset="-122"/>
              </a:rPr>
              <a:t>出发层</a:t>
            </a:r>
            <a:endParaRPr lang="zh-CN" altLang="en-US" sz="2400" spc="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8753"/>
          <a:stretch>
            <a:fillRect/>
          </a:stretch>
        </p:blipFill>
        <p:spPr>
          <a:xfrm>
            <a:off x="1410335" y="2168525"/>
            <a:ext cx="9598025" cy="46894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19141"/>
          <a:stretch>
            <a:fillRect/>
          </a:stretch>
        </p:blipFill>
        <p:spPr>
          <a:xfrm>
            <a:off x="1410335" y="81915"/>
            <a:ext cx="8966835" cy="401574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115945" y="721360"/>
            <a:ext cx="5718175" cy="159004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06375" y="2244725"/>
            <a:ext cx="2322830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lang="zh-CN" altLang="en-US" sz="1600" b="1" spc="2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湖北印象美食城</a:t>
            </a:r>
            <a:endParaRPr lang="zh-CN" altLang="en-US" sz="1600" b="1" spc="2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600" b="1" spc="2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（醉襄阳、星汉山、追梦老汉口、）</a:t>
            </a:r>
            <a:endParaRPr lang="zh-CN" altLang="en-US" sz="1600" b="1" spc="2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1108710" y="1823720"/>
            <a:ext cx="1788160" cy="3048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9724390" y="5351145"/>
            <a:ext cx="728345" cy="699135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9809480" y="5301615"/>
            <a:ext cx="614680" cy="76327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9724390" y="6372225"/>
            <a:ext cx="360045" cy="494665"/>
            <a:chOff x="16516" y="2806"/>
            <a:chExt cx="1146" cy="1202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16516" y="2884"/>
              <a:ext cx="1147" cy="1101"/>
            </a:xfrm>
            <a:prstGeom prst="line">
              <a:avLst/>
            </a:prstGeom>
            <a:ln w="31750" cap="rnd">
              <a:solidFill>
                <a:srgbClr val="FF0000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V="1">
              <a:off x="16650" y="2806"/>
              <a:ext cx="968" cy="1202"/>
            </a:xfrm>
            <a:prstGeom prst="line">
              <a:avLst/>
            </a:prstGeom>
            <a:ln w="31750" cap="rnd">
              <a:solidFill>
                <a:srgbClr val="FF0000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6" name="文本框 25"/>
          <p:cNvSpPr txBox="1"/>
          <p:nvPr/>
        </p:nvSpPr>
        <p:spPr>
          <a:xfrm>
            <a:off x="10126980" y="897890"/>
            <a:ext cx="1579245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lang="en-US" sz="2400" spc="200">
                <a:latin typeface="Arial" panose="020B0604020202020204" pitchFamily="34" charset="0"/>
                <a:ea typeface="微软雅黑" panose="020B0503020204020204" charset="-122"/>
              </a:rPr>
              <a:t>2F</a:t>
            </a:r>
            <a:r>
              <a:rPr lang="zh-CN" altLang="en-US" sz="2400" spc="200">
                <a:latin typeface="Arial" panose="020B0604020202020204" pitchFamily="34" charset="0"/>
                <a:ea typeface="微软雅黑" panose="020B0503020204020204" charset="-122"/>
              </a:rPr>
              <a:t>夹层</a:t>
            </a:r>
            <a:endParaRPr lang="zh-CN" altLang="en-US" sz="2400" spc="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52735" y="4483100"/>
            <a:ext cx="1579245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lang="en-US" sz="2400" spc="200">
                <a:latin typeface="Arial" panose="020B0604020202020204" pitchFamily="34" charset="0"/>
                <a:ea typeface="微软雅黑" panose="020B0503020204020204" charset="-122"/>
              </a:rPr>
              <a:t>1F</a:t>
            </a:r>
            <a:r>
              <a:rPr lang="zh-CN" altLang="en-US" sz="2400" spc="200">
                <a:latin typeface="Arial" panose="020B0604020202020204" pitchFamily="34" charset="0"/>
                <a:ea typeface="微软雅黑" panose="020B0503020204020204" charset="-122"/>
              </a:rPr>
              <a:t>到达层</a:t>
            </a:r>
            <a:endParaRPr lang="zh-CN" altLang="en-US" sz="2400" spc="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3105" y="706755"/>
            <a:ext cx="8345170" cy="480949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462145" y="2750185"/>
            <a:ext cx="2990850" cy="996315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425940" y="2211705"/>
            <a:ext cx="1579245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lang="en-US" sz="2400" spc="200">
                <a:latin typeface="Arial" panose="020B0604020202020204" pitchFamily="34" charset="0"/>
                <a:ea typeface="微软雅黑" panose="020B0503020204020204" charset="-122"/>
              </a:rPr>
              <a:t>B1F</a:t>
            </a:r>
            <a:r>
              <a:rPr lang="zh-CN" altLang="en-US" sz="2400" spc="200">
                <a:latin typeface="Arial" panose="020B0604020202020204" pitchFamily="34" charset="0"/>
                <a:ea typeface="微软雅黑" panose="020B0503020204020204" charset="-122"/>
              </a:rPr>
              <a:t>到达层</a:t>
            </a:r>
            <a:endParaRPr lang="zh-CN" altLang="en-US" sz="2400" spc="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7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50"/>
  <p:tag name="KSO_WM_TEMPLATE_CATEGORY" val="custom"/>
  <p:tag name="KSO_WM_TEMPLATE_INDEX" val="20233488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40"/>
  <p:tag name="KSO_WM_TEMPLATE_CATEGORY" val="custom"/>
  <p:tag name="KSO_WM_TEMPLATE_INDEX" val="20233488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8"/>
  <p:tag name="KSO_WM_TEMPLATE_THUMBS_INDEX" val="1、9"/>
</p:tagLst>
</file>

<file path=ppt/tags/tag12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4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8"/>
</p:tagLst>
</file>

<file path=ppt/tags/tag126.xml><?xml version="1.0" encoding="utf-8"?>
<p:tagLst xmlns:p="http://schemas.openxmlformats.org/presentationml/2006/main">
  <p:tag name="commondata" val="eyJoZGlkIjoiZTljODdmOTAyYWI3N2VhODk3ZTRjMzk2MjgyMjg0OW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WPS 演示</Application>
  <PresentationFormat>宽屏</PresentationFormat>
  <Paragraphs>28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啊，我要瘦！</cp:lastModifiedBy>
  <cp:revision>159</cp:revision>
  <dcterms:created xsi:type="dcterms:W3CDTF">2019-06-19T02:08:00Z</dcterms:created>
  <dcterms:modified xsi:type="dcterms:W3CDTF">2024-04-09T08:46:15Z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53BE3ABB5DDF4FA8BE4808CFA3787D0A_13</vt:lpwstr>
  </property>
</Properties>
</file>