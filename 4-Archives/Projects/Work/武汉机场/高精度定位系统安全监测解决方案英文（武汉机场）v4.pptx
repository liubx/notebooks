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1.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11"/>
  </p:handoutMasterIdLst>
  <p:sldIdLst>
    <p:sldId id="256" r:id="rId2"/>
    <p:sldId id="339" r:id="rId3"/>
    <p:sldId id="346" r:id="rId4"/>
    <p:sldId id="342" r:id="rId5"/>
    <p:sldId id="343" r:id="rId6"/>
    <p:sldId id="344" r:id="rId7"/>
    <p:sldId id="345" r:id="rId8"/>
    <p:sldId id="269" r:id="rId9"/>
  </p:sldIdLst>
  <p:sldSz cx="12192000" cy="6858000"/>
  <p:notesSz cx="6858000" cy="9144000"/>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12" userDrawn="1">
          <p15:clr>
            <a:srgbClr val="A4A3A4"/>
          </p15:clr>
        </p15:guide>
        <p15:guide id="2" pos="37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7DBC"/>
    <a:srgbClr val="2F7EBB"/>
    <a:srgbClr val="2F7DBB"/>
    <a:srgbClr val="2E7EBD"/>
    <a:srgbClr val="4186B1"/>
    <a:srgbClr val="86B5D3"/>
    <a:srgbClr val="8BB0D2"/>
    <a:srgbClr val="8B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7"/>
    <p:restoredTop sz="94150" autoAdjust="0"/>
  </p:normalViewPr>
  <p:slideViewPr>
    <p:cSldViewPr snapToGrid="0" showGuides="1">
      <p:cViewPr>
        <p:scale>
          <a:sx n="128" d="100"/>
          <a:sy n="128" d="100"/>
        </p:scale>
        <p:origin x="264" y="8"/>
      </p:cViewPr>
      <p:guideLst>
        <p:guide orient="horz" pos="1412"/>
        <p:guide pos="377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2023/10/19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2023/10/19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4214288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46DB692-1C98-4468-B163-DF030636BD23}" type="datetimeFigureOut">
              <a:rPr lang="zh-CN" altLang="en-US" smtClean="0"/>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0769EC-C416-44DD-84A0-3E05BDEEFAA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46DB692-1C98-4468-B163-DF030636BD23}" type="datetimeFigureOut">
              <a:rPr lang="zh-CN" altLang="en-US" smtClean="0"/>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0769EC-C416-44DD-84A0-3E05BDEEFAA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46DB692-1C98-4468-B163-DF030636BD23}" type="datetimeFigureOut">
              <a:rPr lang="zh-CN" altLang="en-US" smtClean="0"/>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0769EC-C416-44DD-84A0-3E05BDEEFAA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46DB692-1C98-4468-B163-DF030636BD23}" type="datetimeFigureOut">
              <a:rPr lang="zh-CN" altLang="en-US" smtClean="0"/>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0769EC-C416-44DD-84A0-3E05BDEEFAA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46DB692-1C98-4468-B163-DF030636BD23}" type="datetimeFigureOut">
              <a:rPr lang="zh-CN" altLang="en-US" smtClean="0"/>
              <a:t>2023/10/19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60769EC-C416-44DD-84A0-3E05BDEEFAA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46DB692-1C98-4468-B163-DF030636BD23}" type="datetimeFigureOut">
              <a:rPr lang="zh-CN" altLang="en-US" smtClean="0"/>
              <a:t>2023/10/19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60769EC-C416-44DD-84A0-3E05BDEEFAA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46DB692-1C98-4468-B163-DF030636BD23}" type="datetimeFigureOut">
              <a:rPr lang="zh-CN" altLang="en-US" smtClean="0"/>
              <a:t>2023/10/19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60769EC-C416-44DD-84A0-3E05BDEEFAA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46DB692-1C98-4468-B163-DF030636BD23}" type="datetimeFigureOut">
              <a:rPr lang="zh-CN" altLang="en-US" smtClean="0"/>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0769EC-C416-44DD-84A0-3E05BDEEFAA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46DB692-1C98-4468-B163-DF030636BD23}" type="datetimeFigureOut">
              <a:rPr lang="zh-CN" altLang="en-US" smtClean="0"/>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0769EC-C416-44DD-84A0-3E05BDEEFAA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46DB692-1C98-4468-B163-DF030636BD23}" type="datetimeFigureOut">
              <a:rPr lang="zh-CN" altLang="en-US" smtClean="0"/>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0769EC-C416-44DD-84A0-3E05BDEEFAA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46DB692-1C98-4468-B163-DF030636BD23}" type="datetimeFigureOut">
              <a:rPr lang="zh-CN" altLang="en-US" smtClean="0"/>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0769EC-C416-44DD-84A0-3E05BDEEFAA5}"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6DB692-1C98-4468-B163-DF030636BD23}" type="datetimeFigureOut">
              <a:rPr lang="zh-CN" altLang="en-US" smtClean="0"/>
              <a:t>2023/10/19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0769EC-C416-44DD-84A0-3E05BDEEFA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2.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slideLayout" Target="../slideLayouts/slideLayout1.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117" Type="http://schemas.openxmlformats.org/officeDocument/2006/relationships/tags" Target="../tags/tag122.xml"/><Relationship Id="rId21" Type="http://schemas.openxmlformats.org/officeDocument/2006/relationships/tags" Target="../tags/tag26.xml"/><Relationship Id="rId42" Type="http://schemas.openxmlformats.org/officeDocument/2006/relationships/tags" Target="../tags/tag47.xml"/><Relationship Id="rId63" Type="http://schemas.openxmlformats.org/officeDocument/2006/relationships/tags" Target="../tags/tag68.xml"/><Relationship Id="rId84" Type="http://schemas.openxmlformats.org/officeDocument/2006/relationships/tags" Target="../tags/tag89.xml"/><Relationship Id="rId138" Type="http://schemas.openxmlformats.org/officeDocument/2006/relationships/image" Target="../media/image14.png"/><Relationship Id="rId16" Type="http://schemas.openxmlformats.org/officeDocument/2006/relationships/tags" Target="../tags/tag21.xml"/><Relationship Id="rId107" Type="http://schemas.openxmlformats.org/officeDocument/2006/relationships/tags" Target="../tags/tag112.xml"/><Relationship Id="rId11" Type="http://schemas.openxmlformats.org/officeDocument/2006/relationships/tags" Target="../tags/tag16.xml"/><Relationship Id="rId32" Type="http://schemas.openxmlformats.org/officeDocument/2006/relationships/tags" Target="../tags/tag37.xml"/><Relationship Id="rId37" Type="http://schemas.openxmlformats.org/officeDocument/2006/relationships/tags" Target="../tags/tag42.xml"/><Relationship Id="rId53" Type="http://schemas.openxmlformats.org/officeDocument/2006/relationships/tags" Target="../tags/tag58.xml"/><Relationship Id="rId58" Type="http://schemas.openxmlformats.org/officeDocument/2006/relationships/tags" Target="../tags/tag63.xml"/><Relationship Id="rId74" Type="http://schemas.openxmlformats.org/officeDocument/2006/relationships/tags" Target="../tags/tag79.xml"/><Relationship Id="rId79" Type="http://schemas.openxmlformats.org/officeDocument/2006/relationships/tags" Target="../tags/tag84.xml"/><Relationship Id="rId102" Type="http://schemas.openxmlformats.org/officeDocument/2006/relationships/tags" Target="../tags/tag107.xml"/><Relationship Id="rId123" Type="http://schemas.openxmlformats.org/officeDocument/2006/relationships/tags" Target="../tags/tag128.xml"/><Relationship Id="rId128" Type="http://schemas.openxmlformats.org/officeDocument/2006/relationships/image" Target="../media/image4.png"/><Relationship Id="rId5" Type="http://schemas.openxmlformats.org/officeDocument/2006/relationships/tags" Target="../tags/tag10.xml"/><Relationship Id="rId90" Type="http://schemas.openxmlformats.org/officeDocument/2006/relationships/tags" Target="../tags/tag95.xml"/><Relationship Id="rId95" Type="http://schemas.openxmlformats.org/officeDocument/2006/relationships/tags" Target="../tags/tag100.xml"/><Relationship Id="rId22" Type="http://schemas.openxmlformats.org/officeDocument/2006/relationships/tags" Target="../tags/tag27.xml"/><Relationship Id="rId27" Type="http://schemas.openxmlformats.org/officeDocument/2006/relationships/tags" Target="../tags/tag32.xml"/><Relationship Id="rId43" Type="http://schemas.openxmlformats.org/officeDocument/2006/relationships/tags" Target="../tags/tag48.xml"/><Relationship Id="rId48" Type="http://schemas.openxmlformats.org/officeDocument/2006/relationships/tags" Target="../tags/tag53.xml"/><Relationship Id="rId64" Type="http://schemas.openxmlformats.org/officeDocument/2006/relationships/tags" Target="../tags/tag69.xml"/><Relationship Id="rId69" Type="http://schemas.openxmlformats.org/officeDocument/2006/relationships/tags" Target="../tags/tag74.xml"/><Relationship Id="rId113" Type="http://schemas.openxmlformats.org/officeDocument/2006/relationships/tags" Target="../tags/tag118.xml"/><Relationship Id="rId118" Type="http://schemas.openxmlformats.org/officeDocument/2006/relationships/tags" Target="../tags/tag123.xml"/><Relationship Id="rId134" Type="http://schemas.openxmlformats.org/officeDocument/2006/relationships/image" Target="../media/image10.png"/><Relationship Id="rId139" Type="http://schemas.openxmlformats.org/officeDocument/2006/relationships/image" Target="../media/image15.png"/><Relationship Id="rId80" Type="http://schemas.openxmlformats.org/officeDocument/2006/relationships/tags" Target="../tags/tag85.xml"/><Relationship Id="rId85" Type="http://schemas.openxmlformats.org/officeDocument/2006/relationships/tags" Target="../tags/tag90.xml"/><Relationship Id="rId12" Type="http://schemas.openxmlformats.org/officeDocument/2006/relationships/tags" Target="../tags/tag17.xml"/><Relationship Id="rId17" Type="http://schemas.openxmlformats.org/officeDocument/2006/relationships/tags" Target="../tags/tag22.xml"/><Relationship Id="rId33" Type="http://schemas.openxmlformats.org/officeDocument/2006/relationships/tags" Target="../tags/tag38.xml"/><Relationship Id="rId38" Type="http://schemas.openxmlformats.org/officeDocument/2006/relationships/tags" Target="../tags/tag43.xml"/><Relationship Id="rId59" Type="http://schemas.openxmlformats.org/officeDocument/2006/relationships/tags" Target="../tags/tag64.xml"/><Relationship Id="rId103" Type="http://schemas.openxmlformats.org/officeDocument/2006/relationships/tags" Target="../tags/tag108.xml"/><Relationship Id="rId108" Type="http://schemas.openxmlformats.org/officeDocument/2006/relationships/tags" Target="../tags/tag113.xml"/><Relationship Id="rId124" Type="http://schemas.openxmlformats.org/officeDocument/2006/relationships/slideLayout" Target="../slideLayouts/slideLayout6.xml"/><Relationship Id="rId129" Type="http://schemas.openxmlformats.org/officeDocument/2006/relationships/image" Target="../media/image5.png"/><Relationship Id="rId54" Type="http://schemas.openxmlformats.org/officeDocument/2006/relationships/tags" Target="../tags/tag59.xml"/><Relationship Id="rId70" Type="http://schemas.openxmlformats.org/officeDocument/2006/relationships/tags" Target="../tags/tag75.xml"/><Relationship Id="rId75" Type="http://schemas.openxmlformats.org/officeDocument/2006/relationships/tags" Target="../tags/tag80.xml"/><Relationship Id="rId91" Type="http://schemas.openxmlformats.org/officeDocument/2006/relationships/tags" Target="../tags/tag96.xml"/><Relationship Id="rId96" Type="http://schemas.openxmlformats.org/officeDocument/2006/relationships/tags" Target="../tags/tag101.xml"/><Relationship Id="rId1" Type="http://schemas.openxmlformats.org/officeDocument/2006/relationships/tags" Target="../tags/tag6.xml"/><Relationship Id="rId6" Type="http://schemas.openxmlformats.org/officeDocument/2006/relationships/tags" Target="../tags/tag11.xml"/><Relationship Id="rId23" Type="http://schemas.openxmlformats.org/officeDocument/2006/relationships/tags" Target="../tags/tag28.xml"/><Relationship Id="rId28" Type="http://schemas.openxmlformats.org/officeDocument/2006/relationships/tags" Target="../tags/tag33.xml"/><Relationship Id="rId49" Type="http://schemas.openxmlformats.org/officeDocument/2006/relationships/tags" Target="../tags/tag54.xml"/><Relationship Id="rId114" Type="http://schemas.openxmlformats.org/officeDocument/2006/relationships/tags" Target="../tags/tag119.xml"/><Relationship Id="rId119" Type="http://schemas.openxmlformats.org/officeDocument/2006/relationships/tags" Target="../tags/tag124.xml"/><Relationship Id="rId44" Type="http://schemas.openxmlformats.org/officeDocument/2006/relationships/tags" Target="../tags/tag49.xml"/><Relationship Id="rId60" Type="http://schemas.openxmlformats.org/officeDocument/2006/relationships/tags" Target="../tags/tag65.xml"/><Relationship Id="rId65" Type="http://schemas.openxmlformats.org/officeDocument/2006/relationships/tags" Target="../tags/tag70.xml"/><Relationship Id="rId81" Type="http://schemas.openxmlformats.org/officeDocument/2006/relationships/tags" Target="../tags/tag86.xml"/><Relationship Id="rId86" Type="http://schemas.openxmlformats.org/officeDocument/2006/relationships/tags" Target="../tags/tag91.xml"/><Relationship Id="rId130" Type="http://schemas.openxmlformats.org/officeDocument/2006/relationships/image" Target="../media/image6.png"/><Relationship Id="rId135" Type="http://schemas.openxmlformats.org/officeDocument/2006/relationships/image" Target="../media/image11.png"/><Relationship Id="rId13" Type="http://schemas.openxmlformats.org/officeDocument/2006/relationships/tags" Target="../tags/tag18.xml"/><Relationship Id="rId18" Type="http://schemas.openxmlformats.org/officeDocument/2006/relationships/tags" Target="../tags/tag23.xml"/><Relationship Id="rId39" Type="http://schemas.openxmlformats.org/officeDocument/2006/relationships/tags" Target="../tags/tag44.xml"/><Relationship Id="rId109" Type="http://schemas.openxmlformats.org/officeDocument/2006/relationships/tags" Target="../tags/tag114.xml"/><Relationship Id="rId34" Type="http://schemas.openxmlformats.org/officeDocument/2006/relationships/tags" Target="../tags/tag39.xml"/><Relationship Id="rId50" Type="http://schemas.openxmlformats.org/officeDocument/2006/relationships/tags" Target="../tags/tag55.xml"/><Relationship Id="rId55" Type="http://schemas.openxmlformats.org/officeDocument/2006/relationships/tags" Target="../tags/tag60.xml"/><Relationship Id="rId76" Type="http://schemas.openxmlformats.org/officeDocument/2006/relationships/tags" Target="../tags/tag81.xml"/><Relationship Id="rId97" Type="http://schemas.openxmlformats.org/officeDocument/2006/relationships/tags" Target="../tags/tag102.xml"/><Relationship Id="rId104" Type="http://schemas.openxmlformats.org/officeDocument/2006/relationships/tags" Target="../tags/tag109.xml"/><Relationship Id="rId120" Type="http://schemas.openxmlformats.org/officeDocument/2006/relationships/tags" Target="../tags/tag125.xml"/><Relationship Id="rId125" Type="http://schemas.openxmlformats.org/officeDocument/2006/relationships/image" Target="../media/image1.png"/><Relationship Id="rId7" Type="http://schemas.openxmlformats.org/officeDocument/2006/relationships/tags" Target="../tags/tag12.xml"/><Relationship Id="rId71" Type="http://schemas.openxmlformats.org/officeDocument/2006/relationships/tags" Target="../tags/tag76.xml"/><Relationship Id="rId92" Type="http://schemas.openxmlformats.org/officeDocument/2006/relationships/tags" Target="../tags/tag97.xml"/><Relationship Id="rId2" Type="http://schemas.openxmlformats.org/officeDocument/2006/relationships/tags" Target="../tags/tag7.xml"/><Relationship Id="rId29" Type="http://schemas.openxmlformats.org/officeDocument/2006/relationships/tags" Target="../tags/tag34.xml"/><Relationship Id="rId24" Type="http://schemas.openxmlformats.org/officeDocument/2006/relationships/tags" Target="../tags/tag29.xml"/><Relationship Id="rId40" Type="http://schemas.openxmlformats.org/officeDocument/2006/relationships/tags" Target="../tags/tag45.xml"/><Relationship Id="rId45" Type="http://schemas.openxmlformats.org/officeDocument/2006/relationships/tags" Target="../tags/tag50.xml"/><Relationship Id="rId66" Type="http://schemas.openxmlformats.org/officeDocument/2006/relationships/tags" Target="../tags/tag71.xml"/><Relationship Id="rId87" Type="http://schemas.openxmlformats.org/officeDocument/2006/relationships/tags" Target="../tags/tag92.xml"/><Relationship Id="rId110" Type="http://schemas.openxmlformats.org/officeDocument/2006/relationships/tags" Target="../tags/tag115.xml"/><Relationship Id="rId115" Type="http://schemas.openxmlformats.org/officeDocument/2006/relationships/tags" Target="../tags/tag120.xml"/><Relationship Id="rId131" Type="http://schemas.openxmlformats.org/officeDocument/2006/relationships/image" Target="../media/image7.png"/><Relationship Id="rId136" Type="http://schemas.openxmlformats.org/officeDocument/2006/relationships/image" Target="../media/image12.png"/><Relationship Id="rId61" Type="http://schemas.openxmlformats.org/officeDocument/2006/relationships/tags" Target="../tags/tag66.xml"/><Relationship Id="rId82" Type="http://schemas.openxmlformats.org/officeDocument/2006/relationships/tags" Target="../tags/tag87.xml"/><Relationship Id="rId19" Type="http://schemas.openxmlformats.org/officeDocument/2006/relationships/tags" Target="../tags/tag24.xml"/><Relationship Id="rId14" Type="http://schemas.openxmlformats.org/officeDocument/2006/relationships/tags" Target="../tags/tag19.xml"/><Relationship Id="rId30" Type="http://schemas.openxmlformats.org/officeDocument/2006/relationships/tags" Target="../tags/tag35.xml"/><Relationship Id="rId35" Type="http://schemas.openxmlformats.org/officeDocument/2006/relationships/tags" Target="../tags/tag40.xml"/><Relationship Id="rId56" Type="http://schemas.openxmlformats.org/officeDocument/2006/relationships/tags" Target="../tags/tag61.xml"/><Relationship Id="rId77" Type="http://schemas.openxmlformats.org/officeDocument/2006/relationships/tags" Target="../tags/tag82.xml"/><Relationship Id="rId100" Type="http://schemas.openxmlformats.org/officeDocument/2006/relationships/tags" Target="../tags/tag105.xml"/><Relationship Id="rId105" Type="http://schemas.openxmlformats.org/officeDocument/2006/relationships/tags" Target="../tags/tag110.xml"/><Relationship Id="rId126" Type="http://schemas.openxmlformats.org/officeDocument/2006/relationships/image" Target="../media/image2.png"/><Relationship Id="rId8" Type="http://schemas.openxmlformats.org/officeDocument/2006/relationships/tags" Target="../tags/tag13.xml"/><Relationship Id="rId51" Type="http://schemas.openxmlformats.org/officeDocument/2006/relationships/tags" Target="../tags/tag56.xml"/><Relationship Id="rId72" Type="http://schemas.openxmlformats.org/officeDocument/2006/relationships/tags" Target="../tags/tag77.xml"/><Relationship Id="rId93" Type="http://schemas.openxmlformats.org/officeDocument/2006/relationships/tags" Target="../tags/tag98.xml"/><Relationship Id="rId98" Type="http://schemas.openxmlformats.org/officeDocument/2006/relationships/tags" Target="../tags/tag103.xml"/><Relationship Id="rId121" Type="http://schemas.openxmlformats.org/officeDocument/2006/relationships/tags" Target="../tags/tag126.xml"/><Relationship Id="rId3" Type="http://schemas.openxmlformats.org/officeDocument/2006/relationships/tags" Target="../tags/tag8.xml"/><Relationship Id="rId25" Type="http://schemas.openxmlformats.org/officeDocument/2006/relationships/tags" Target="../tags/tag30.xml"/><Relationship Id="rId46" Type="http://schemas.openxmlformats.org/officeDocument/2006/relationships/tags" Target="../tags/tag51.xml"/><Relationship Id="rId67" Type="http://schemas.openxmlformats.org/officeDocument/2006/relationships/tags" Target="../tags/tag72.xml"/><Relationship Id="rId116" Type="http://schemas.openxmlformats.org/officeDocument/2006/relationships/tags" Target="../tags/tag121.xml"/><Relationship Id="rId137" Type="http://schemas.openxmlformats.org/officeDocument/2006/relationships/image" Target="../media/image13.png"/><Relationship Id="rId20" Type="http://schemas.openxmlformats.org/officeDocument/2006/relationships/tags" Target="../tags/tag25.xml"/><Relationship Id="rId41" Type="http://schemas.openxmlformats.org/officeDocument/2006/relationships/tags" Target="../tags/tag46.xml"/><Relationship Id="rId62" Type="http://schemas.openxmlformats.org/officeDocument/2006/relationships/tags" Target="../tags/tag67.xml"/><Relationship Id="rId83" Type="http://schemas.openxmlformats.org/officeDocument/2006/relationships/tags" Target="../tags/tag88.xml"/><Relationship Id="rId88" Type="http://schemas.openxmlformats.org/officeDocument/2006/relationships/tags" Target="../tags/tag93.xml"/><Relationship Id="rId111" Type="http://schemas.openxmlformats.org/officeDocument/2006/relationships/tags" Target="../tags/tag116.xml"/><Relationship Id="rId132" Type="http://schemas.openxmlformats.org/officeDocument/2006/relationships/image" Target="../media/image8.png"/><Relationship Id="rId15" Type="http://schemas.openxmlformats.org/officeDocument/2006/relationships/tags" Target="../tags/tag20.xml"/><Relationship Id="rId36" Type="http://schemas.openxmlformats.org/officeDocument/2006/relationships/tags" Target="../tags/tag41.xml"/><Relationship Id="rId57" Type="http://schemas.openxmlformats.org/officeDocument/2006/relationships/tags" Target="../tags/tag62.xml"/><Relationship Id="rId106" Type="http://schemas.openxmlformats.org/officeDocument/2006/relationships/tags" Target="../tags/tag111.xml"/><Relationship Id="rId127" Type="http://schemas.openxmlformats.org/officeDocument/2006/relationships/image" Target="../media/image3.png"/><Relationship Id="rId10" Type="http://schemas.openxmlformats.org/officeDocument/2006/relationships/tags" Target="../tags/tag15.xml"/><Relationship Id="rId31" Type="http://schemas.openxmlformats.org/officeDocument/2006/relationships/tags" Target="../tags/tag36.xml"/><Relationship Id="rId52" Type="http://schemas.openxmlformats.org/officeDocument/2006/relationships/tags" Target="../tags/tag57.xml"/><Relationship Id="rId73" Type="http://schemas.openxmlformats.org/officeDocument/2006/relationships/tags" Target="../tags/tag78.xml"/><Relationship Id="rId78" Type="http://schemas.openxmlformats.org/officeDocument/2006/relationships/tags" Target="../tags/tag83.xml"/><Relationship Id="rId94" Type="http://schemas.openxmlformats.org/officeDocument/2006/relationships/tags" Target="../tags/tag99.xml"/><Relationship Id="rId99" Type="http://schemas.openxmlformats.org/officeDocument/2006/relationships/tags" Target="../tags/tag104.xml"/><Relationship Id="rId101" Type="http://schemas.openxmlformats.org/officeDocument/2006/relationships/tags" Target="../tags/tag106.xml"/><Relationship Id="rId122" Type="http://schemas.openxmlformats.org/officeDocument/2006/relationships/tags" Target="../tags/tag127.xml"/><Relationship Id="rId4" Type="http://schemas.openxmlformats.org/officeDocument/2006/relationships/tags" Target="../tags/tag9.xml"/><Relationship Id="rId9" Type="http://schemas.openxmlformats.org/officeDocument/2006/relationships/tags" Target="../tags/tag14.xml"/><Relationship Id="rId26" Type="http://schemas.openxmlformats.org/officeDocument/2006/relationships/tags" Target="../tags/tag31.xml"/><Relationship Id="rId47" Type="http://schemas.openxmlformats.org/officeDocument/2006/relationships/tags" Target="../tags/tag52.xml"/><Relationship Id="rId68" Type="http://schemas.openxmlformats.org/officeDocument/2006/relationships/tags" Target="../tags/tag73.xml"/><Relationship Id="rId89" Type="http://schemas.openxmlformats.org/officeDocument/2006/relationships/tags" Target="../tags/tag94.xml"/><Relationship Id="rId112" Type="http://schemas.openxmlformats.org/officeDocument/2006/relationships/tags" Target="../tags/tag117.xml"/><Relationship Id="rId133"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29.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3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31.xml"/><Relationship Id="rId5" Type="http://schemas.openxmlformats.org/officeDocument/2006/relationships/image" Target="../media/image19.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3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3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3989330" flipH="1">
            <a:off x="4176315" y="-1104964"/>
            <a:ext cx="7279368" cy="15925928"/>
          </a:xfrm>
          <a:prstGeom prst="rect">
            <a:avLst/>
          </a:prstGeom>
        </p:spPr>
      </p:pic>
      <p:sp>
        <p:nvSpPr>
          <p:cNvPr id="3" name="PA_文本框 2"/>
          <p:cNvSpPr txBox="1"/>
          <p:nvPr>
            <p:custDataLst>
              <p:tags r:id="rId1"/>
            </p:custDataLst>
          </p:nvPr>
        </p:nvSpPr>
        <p:spPr>
          <a:xfrm>
            <a:off x="907693" y="1632440"/>
            <a:ext cx="9121523" cy="1218219"/>
          </a:xfrm>
          <a:prstGeom prst="rect">
            <a:avLst/>
          </a:prstGeom>
        </p:spPr>
        <p:txBody>
          <a:bodyPr wrap="square">
            <a:spAutoFit/>
            <a:scene3d>
              <a:camera prst="orthographicFront"/>
              <a:lightRig rig="threePt" dir="t"/>
            </a:scene3d>
            <a:sp3d contourW="12700"/>
          </a:bodyPr>
          <a:lstStyle>
            <a:defPPr>
              <a:defRPr lang="zh-CN"/>
            </a:defPPr>
            <a:lvl1pPr marR="0" lvl="0" indent="0" fontAlgn="auto">
              <a:lnSpc>
                <a:spcPct val="120000"/>
              </a:lnSpc>
              <a:spcBef>
                <a:spcPts val="0"/>
              </a:spcBef>
              <a:spcAft>
                <a:spcPts val="0"/>
              </a:spcAft>
              <a:buClrTx/>
              <a:buSzTx/>
              <a:buFontTx/>
              <a:buNone/>
              <a:defRPr kumimoji="0" sz="5400" b="1" i="0" u="none" strike="noStrike" cap="none" spc="0" normalizeH="0" baseline="0">
                <a:ln>
                  <a:noFill/>
                </a:ln>
                <a:gradFill>
                  <a:gsLst>
                    <a:gs pos="0">
                      <a:srgbClr val="CDA23D"/>
                    </a:gs>
                    <a:gs pos="55000">
                      <a:srgbClr val="E1B64A"/>
                    </a:gs>
                    <a:gs pos="100000">
                      <a:srgbClr val="F7E880">
                        <a:lumMod val="99000"/>
                      </a:srgbClr>
                    </a:gs>
                  </a:gsLst>
                  <a:lin ang="2700000" scaled="1"/>
                </a:gradFill>
                <a:effectLst/>
                <a:uLnTx/>
                <a:uFillTx/>
                <a:latin typeface="Arial" panose="020B0604020202020204"/>
                <a:ea typeface="微软雅黑" panose="020B0503020204020204" charset="-122"/>
              </a:defRPr>
            </a:lvl1pPr>
          </a:lstStyle>
          <a:p>
            <a:r>
              <a:rPr lang="en-US" altLang="zh-CN" sz="2800" b="0" dirty="0">
                <a:solidFill>
                  <a:schemeClr val="tx1">
                    <a:lumMod val="75000"/>
                    <a:lumOff val="25000"/>
                  </a:schemeClr>
                </a:solidFill>
                <a:latin typeface="+mn-lt"/>
                <a:ea typeface="+mn-ea"/>
                <a:cs typeface="+mn-ea"/>
                <a:sym typeface="+mn-lt"/>
              </a:rPr>
              <a:t>High precision positioning system </a:t>
            </a:r>
          </a:p>
          <a:p>
            <a:r>
              <a:rPr lang="en-US" altLang="zh-CN" sz="3600" b="0" dirty="0">
                <a:solidFill>
                  <a:schemeClr val="tx1">
                    <a:lumMod val="75000"/>
                    <a:lumOff val="25000"/>
                  </a:schemeClr>
                </a:solidFill>
                <a:latin typeface="+mn-lt"/>
                <a:ea typeface="+mn-ea"/>
                <a:cs typeface="+mn-ea"/>
                <a:sym typeface="+mn-lt"/>
              </a:rPr>
              <a:t>Security monitoring solutions</a:t>
            </a:r>
            <a:endParaRPr lang="en-US" sz="4000" b="0" dirty="0">
              <a:solidFill>
                <a:schemeClr val="tx1">
                  <a:lumMod val="75000"/>
                  <a:lumOff val="25000"/>
                </a:schemeClr>
              </a:solidFill>
              <a:latin typeface="+mn-lt"/>
              <a:ea typeface="+mn-ea"/>
              <a:cs typeface="+mn-ea"/>
              <a:sym typeface="+mn-lt"/>
            </a:endParaRPr>
          </a:p>
        </p:txBody>
      </p:sp>
      <p:cxnSp>
        <p:nvCxnSpPr>
          <p:cNvPr id="4" name="PA_直接连接符 9"/>
          <p:cNvCxnSpPr/>
          <p:nvPr>
            <p:custDataLst>
              <p:tags r:id="rId2"/>
            </p:custDataLst>
          </p:nvPr>
        </p:nvCxnSpPr>
        <p:spPr>
          <a:xfrm flipH="1">
            <a:off x="1035367" y="2861020"/>
            <a:ext cx="428625"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object 13"/>
          <p:cNvSpPr txBox="1"/>
          <p:nvPr>
            <p:custDataLst>
              <p:tags r:id="rId3"/>
            </p:custDataLst>
          </p:nvPr>
        </p:nvSpPr>
        <p:spPr>
          <a:xfrm>
            <a:off x="827855" y="6272369"/>
            <a:ext cx="1838360" cy="226522"/>
          </a:xfrm>
          <a:prstGeom prst="rect">
            <a:avLst/>
          </a:prstGeom>
        </p:spPr>
        <p:txBody>
          <a:bodyPr vert="horz" wrap="square" lIns="0" tIns="8312" rIns="0" bIns="0" rtlCol="0">
            <a:noAutofit/>
          </a:bodyPr>
          <a:lstStyle/>
          <a:p>
            <a:pPr marL="12700">
              <a:spcBef>
                <a:spcPts val="100"/>
              </a:spcBef>
            </a:pPr>
            <a:r>
              <a:rPr lang="en-US" altLang="zh-CN" sz="555" dirty="0">
                <a:solidFill>
                  <a:schemeClr val="tx1"/>
                </a:solidFill>
                <a:cs typeface="+mn-ea"/>
                <a:sym typeface="+mn-lt"/>
              </a:rPr>
              <a:t>Changsha </a:t>
            </a:r>
            <a:r>
              <a:rPr lang="en-US" altLang="zh-CN" sz="555" dirty="0" err="1">
                <a:solidFill>
                  <a:schemeClr val="tx1"/>
                </a:solidFill>
                <a:cs typeface="+mn-ea"/>
                <a:sym typeface="+mn-lt"/>
              </a:rPr>
              <a:t>Minghang</a:t>
            </a:r>
            <a:r>
              <a:rPr lang="en-US" altLang="zh-CN" sz="555" dirty="0">
                <a:solidFill>
                  <a:schemeClr val="tx1"/>
                </a:solidFill>
                <a:cs typeface="+mn-ea"/>
                <a:sym typeface="+mn-lt"/>
              </a:rPr>
              <a:t> Intelligent Technology Co. , Ltd</a:t>
            </a:r>
          </a:p>
        </p:txBody>
      </p:sp>
      <p:pic>
        <p:nvPicPr>
          <p:cNvPr id="8" name="图片 7"/>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10965126" y="-159050"/>
            <a:ext cx="1315701" cy="13157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íšľíḑe"/>
        <p:cNvGrpSpPr/>
        <p:nvPr/>
      </p:nvGrpSpPr>
      <p:grpSpPr>
        <a:xfrm>
          <a:off x="0" y="0"/>
          <a:ext cx="0" cy="0"/>
          <a:chOff x="0" y="0"/>
          <a:chExt cx="0" cy="0"/>
        </a:xfrm>
      </p:grpSpPr>
      <p:pic>
        <p:nvPicPr>
          <p:cNvPr id="2" name="图片 1"/>
          <p:cNvPicPr>
            <a:picLocks noChangeAspect="1"/>
          </p:cNvPicPr>
          <p:nvPr>
            <p:custDataLst>
              <p:tags r:id="rId2"/>
            </p:custDataLst>
          </p:nvPr>
        </p:nvPicPr>
        <p:blipFill>
          <a:blip r:embed="rId125" cstate="print">
            <a:extLst>
              <a:ext uri="{28A0092B-C50C-407E-A947-70E740481C1C}">
                <a14:useLocalDpi xmlns:a14="http://schemas.microsoft.com/office/drawing/2010/main" val="0"/>
              </a:ext>
            </a:extLst>
          </a:blip>
          <a:srcRect t="36094" r="23117" b="6817"/>
          <a:stretch>
            <a:fillRect/>
          </a:stretch>
        </p:blipFill>
        <p:spPr>
          <a:xfrm rot="1879181" flipH="1">
            <a:off x="-341037" y="-721504"/>
            <a:ext cx="1907370" cy="3098651"/>
          </a:xfrm>
          <a:custGeom>
            <a:avLst/>
            <a:gdLst>
              <a:gd name="connsiteX0" fmla="*/ 1907370 w 1907370"/>
              <a:gd name="connsiteY0" fmla="*/ 1160597 h 3098651"/>
              <a:gd name="connsiteX1" fmla="*/ 0 w 1907370"/>
              <a:gd name="connsiteY1" fmla="*/ 0 h 3098651"/>
              <a:gd name="connsiteX2" fmla="*/ 0 w 1907370"/>
              <a:gd name="connsiteY2" fmla="*/ 2655614 h 3098651"/>
              <a:gd name="connsiteX3" fmla="*/ 728103 w 1907370"/>
              <a:gd name="connsiteY3" fmla="*/ 3098651 h 3098651"/>
            </a:gdLst>
            <a:ahLst/>
            <a:cxnLst>
              <a:cxn ang="0">
                <a:pos x="connsiteX0" y="connsiteY0"/>
              </a:cxn>
              <a:cxn ang="0">
                <a:pos x="connsiteX1" y="connsiteY1"/>
              </a:cxn>
              <a:cxn ang="0">
                <a:pos x="connsiteX2" y="connsiteY2"/>
              </a:cxn>
              <a:cxn ang="0">
                <a:pos x="connsiteX3" y="connsiteY3"/>
              </a:cxn>
            </a:cxnLst>
            <a:rect l="l" t="t" r="r" b="b"/>
            <a:pathLst>
              <a:path w="1907370" h="3098651">
                <a:moveTo>
                  <a:pt x="1907370" y="1160597"/>
                </a:moveTo>
                <a:lnTo>
                  <a:pt x="0" y="0"/>
                </a:lnTo>
                <a:lnTo>
                  <a:pt x="0" y="2655614"/>
                </a:lnTo>
                <a:lnTo>
                  <a:pt x="728103" y="3098651"/>
                </a:lnTo>
                <a:close/>
              </a:path>
            </a:pathLst>
          </a:custGeom>
        </p:spPr>
      </p:pic>
      <p:sp>
        <p:nvSpPr>
          <p:cNvPr id="3" name="文本框 2"/>
          <p:cNvSpPr txBox="1"/>
          <p:nvPr>
            <p:custDataLst>
              <p:tags r:id="rId3"/>
            </p:custDataLst>
          </p:nvPr>
        </p:nvSpPr>
        <p:spPr>
          <a:xfrm>
            <a:off x="650240" y="429260"/>
            <a:ext cx="5826760" cy="523220"/>
          </a:xfrm>
          <a:prstGeom prst="rect">
            <a:avLst/>
          </a:prstGeom>
          <a:noFill/>
        </p:spPr>
        <p:txBody>
          <a:bodyPr wrap="square" rtlCol="0">
            <a:spAutoFit/>
            <a:scene3d>
              <a:camera prst="orthographicFront"/>
              <a:lightRig rig="threePt" dir="t"/>
            </a:scene3d>
            <a:sp3d contourW="12700"/>
          </a:bodyPr>
          <a:lstStyle>
            <a:defPPr>
              <a:defRPr lang="en-US"/>
            </a:defPPr>
            <a:lvl1pPr algn="ctr">
              <a:defRPr sz="2800" b="1">
                <a:solidFill>
                  <a:schemeClr val="tx1">
                    <a:lumMod val="75000"/>
                    <a:lumOff val="25000"/>
                  </a:schemeClr>
                </a:solidFill>
                <a:latin typeface="Century Gothic" panose="020B0502020202020204" pitchFamily="34" charset="0"/>
              </a:defRPr>
            </a:lvl1pPr>
          </a:lstStyle>
          <a:p>
            <a:pPr algn="l"/>
            <a:r>
              <a:rPr lang="en-US" altLang="zh-CN" b="0" dirty="0">
                <a:latin typeface="+mn-lt"/>
                <a:cs typeface="+mn-ea"/>
                <a:sym typeface="+mn-lt"/>
              </a:rPr>
              <a:t>System Composition</a:t>
            </a:r>
            <a:endParaRPr lang="zh-CN" altLang="en-US" b="0" dirty="0">
              <a:latin typeface="+mn-lt"/>
              <a:cs typeface="+mn-ea"/>
              <a:sym typeface="+mn-lt"/>
            </a:endParaRPr>
          </a:p>
        </p:txBody>
      </p:sp>
      <p:pic>
        <p:nvPicPr>
          <p:cNvPr id="8" name="图片 7"/>
          <p:cNvPicPr>
            <a:picLocks noChangeAspect="1"/>
          </p:cNvPicPr>
          <p:nvPr>
            <p:custDataLst>
              <p:tags r:id="rId4"/>
            </p:custDataLst>
          </p:nvPr>
        </p:nvPicPr>
        <p:blipFill>
          <a:blip r:embed="rId126" cstate="print">
            <a:extLst>
              <a:ext uri="{28A0092B-C50C-407E-A947-70E740481C1C}">
                <a14:useLocalDpi xmlns:a14="http://schemas.microsoft.com/office/drawing/2010/main" val="0"/>
              </a:ext>
            </a:extLst>
          </a:blip>
          <a:stretch>
            <a:fillRect/>
          </a:stretch>
        </p:blipFill>
        <p:spPr>
          <a:xfrm>
            <a:off x="10965126" y="-159050"/>
            <a:ext cx="1315701" cy="1315701"/>
          </a:xfrm>
          <a:prstGeom prst="rect">
            <a:avLst/>
          </a:prstGeom>
        </p:spPr>
      </p:pic>
      <p:grpSp>
        <p:nvGrpSpPr>
          <p:cNvPr id="5" name="组合 4">
            <a:extLst>
              <a:ext uri="{FF2B5EF4-FFF2-40B4-BE49-F238E27FC236}">
                <a16:creationId xmlns:a16="http://schemas.microsoft.com/office/drawing/2014/main" id="{F073202D-8266-BE22-0228-28A1C73890CF}"/>
              </a:ext>
            </a:extLst>
          </p:cNvPr>
          <p:cNvGrpSpPr/>
          <p:nvPr/>
        </p:nvGrpSpPr>
        <p:grpSpPr>
          <a:xfrm>
            <a:off x="5845057" y="559871"/>
            <a:ext cx="5590916" cy="5810362"/>
            <a:chOff x="868780" y="3927456"/>
            <a:chExt cx="5909479" cy="6140552"/>
          </a:xfrm>
        </p:grpSpPr>
        <p:sp>
          <p:nvSpPr>
            <p:cNvPr id="6" name="object 5">
              <a:extLst>
                <a:ext uri="{FF2B5EF4-FFF2-40B4-BE49-F238E27FC236}">
                  <a16:creationId xmlns:a16="http://schemas.microsoft.com/office/drawing/2014/main" id="{A8F154A4-E3A3-19D1-79F4-BC898A8C3AA2}"/>
                </a:ext>
              </a:extLst>
            </p:cNvPr>
            <p:cNvSpPr/>
            <p:nvPr>
              <p:custDataLst>
                <p:tags r:id="rId5"/>
              </p:custDataLst>
            </p:nvPr>
          </p:nvSpPr>
          <p:spPr>
            <a:xfrm>
              <a:off x="2632563" y="4044341"/>
              <a:ext cx="419471" cy="316047"/>
            </a:xfrm>
            <a:custGeom>
              <a:avLst/>
              <a:gdLst/>
              <a:ahLst/>
              <a:cxnLst/>
              <a:rect l="l" t="t" r="r" b="b"/>
              <a:pathLst>
                <a:path w="507364" h="382269">
                  <a:moveTo>
                    <a:pt x="466852" y="0"/>
                  </a:moveTo>
                  <a:lnTo>
                    <a:pt x="40259" y="0"/>
                  </a:lnTo>
                  <a:lnTo>
                    <a:pt x="24645" y="3182"/>
                  </a:lnTo>
                  <a:lnTo>
                    <a:pt x="11842" y="11842"/>
                  </a:lnTo>
                  <a:lnTo>
                    <a:pt x="3182" y="24645"/>
                  </a:lnTo>
                  <a:lnTo>
                    <a:pt x="0" y="40259"/>
                  </a:lnTo>
                  <a:lnTo>
                    <a:pt x="0" y="341757"/>
                  </a:lnTo>
                  <a:lnTo>
                    <a:pt x="3182" y="357370"/>
                  </a:lnTo>
                  <a:lnTo>
                    <a:pt x="11842" y="370173"/>
                  </a:lnTo>
                  <a:lnTo>
                    <a:pt x="24645" y="378833"/>
                  </a:lnTo>
                  <a:lnTo>
                    <a:pt x="40259" y="382016"/>
                  </a:lnTo>
                  <a:lnTo>
                    <a:pt x="466852" y="382016"/>
                  </a:lnTo>
                  <a:lnTo>
                    <a:pt x="482518" y="378833"/>
                  </a:lnTo>
                  <a:lnTo>
                    <a:pt x="495315" y="370173"/>
                  </a:lnTo>
                  <a:lnTo>
                    <a:pt x="503945" y="357370"/>
                  </a:lnTo>
                  <a:lnTo>
                    <a:pt x="507111" y="341757"/>
                  </a:lnTo>
                  <a:lnTo>
                    <a:pt x="507111" y="40259"/>
                  </a:lnTo>
                  <a:lnTo>
                    <a:pt x="503945" y="24645"/>
                  </a:lnTo>
                  <a:lnTo>
                    <a:pt x="495315" y="11842"/>
                  </a:lnTo>
                  <a:lnTo>
                    <a:pt x="482518" y="3182"/>
                  </a:lnTo>
                  <a:lnTo>
                    <a:pt x="466852" y="0"/>
                  </a:lnTo>
                  <a:close/>
                </a:path>
              </a:pathLst>
            </a:custGeom>
            <a:solidFill>
              <a:srgbClr val="565E5E"/>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7" name="object 6">
              <a:extLst>
                <a:ext uri="{FF2B5EF4-FFF2-40B4-BE49-F238E27FC236}">
                  <a16:creationId xmlns:a16="http://schemas.microsoft.com/office/drawing/2014/main" id="{2F927CB7-3490-70C1-1BDC-67C46EEC0322}"/>
                </a:ext>
              </a:extLst>
            </p:cNvPr>
            <p:cNvSpPr/>
            <p:nvPr>
              <p:custDataLst>
                <p:tags r:id="rId6"/>
              </p:custDataLst>
            </p:nvPr>
          </p:nvSpPr>
          <p:spPr>
            <a:xfrm>
              <a:off x="2653531" y="4067452"/>
              <a:ext cx="377471" cy="256198"/>
            </a:xfrm>
            <a:custGeom>
              <a:avLst/>
              <a:gdLst/>
              <a:ahLst/>
              <a:cxnLst/>
              <a:rect l="l" t="t" r="r" b="b"/>
              <a:pathLst>
                <a:path w="456564" h="309880">
                  <a:moveTo>
                    <a:pt x="436372" y="0"/>
                  </a:moveTo>
                  <a:lnTo>
                    <a:pt x="20065" y="0"/>
                  </a:lnTo>
                  <a:lnTo>
                    <a:pt x="12269" y="1581"/>
                  </a:lnTo>
                  <a:lnTo>
                    <a:pt x="5889" y="5889"/>
                  </a:lnTo>
                  <a:lnTo>
                    <a:pt x="1581" y="12269"/>
                  </a:lnTo>
                  <a:lnTo>
                    <a:pt x="0" y="20066"/>
                  </a:lnTo>
                  <a:lnTo>
                    <a:pt x="0" y="289306"/>
                  </a:lnTo>
                  <a:lnTo>
                    <a:pt x="1581" y="297122"/>
                  </a:lnTo>
                  <a:lnTo>
                    <a:pt x="5889" y="303545"/>
                  </a:lnTo>
                  <a:lnTo>
                    <a:pt x="12269" y="307897"/>
                  </a:lnTo>
                  <a:lnTo>
                    <a:pt x="20065" y="309499"/>
                  </a:lnTo>
                  <a:lnTo>
                    <a:pt x="436372" y="309499"/>
                  </a:lnTo>
                  <a:lnTo>
                    <a:pt x="444168" y="307897"/>
                  </a:lnTo>
                  <a:lnTo>
                    <a:pt x="450548" y="303545"/>
                  </a:lnTo>
                  <a:lnTo>
                    <a:pt x="454856" y="297122"/>
                  </a:lnTo>
                  <a:lnTo>
                    <a:pt x="456438" y="289306"/>
                  </a:lnTo>
                  <a:lnTo>
                    <a:pt x="456438" y="20066"/>
                  </a:lnTo>
                  <a:lnTo>
                    <a:pt x="454856" y="12269"/>
                  </a:lnTo>
                  <a:lnTo>
                    <a:pt x="450548" y="5889"/>
                  </a:lnTo>
                  <a:lnTo>
                    <a:pt x="444168" y="1581"/>
                  </a:lnTo>
                  <a:lnTo>
                    <a:pt x="436372" y="0"/>
                  </a:lnTo>
                  <a:close/>
                </a:path>
              </a:pathLst>
            </a:custGeom>
            <a:solidFill>
              <a:srgbClr val="FFFFFF"/>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pic>
          <p:nvPicPr>
            <p:cNvPr id="10" name="object 7">
              <a:extLst>
                <a:ext uri="{FF2B5EF4-FFF2-40B4-BE49-F238E27FC236}">
                  <a16:creationId xmlns:a16="http://schemas.microsoft.com/office/drawing/2014/main" id="{DBB1DEA1-EB13-F3DB-7AE7-5553118C8160}"/>
                </a:ext>
              </a:extLst>
            </p:cNvPr>
            <p:cNvPicPr/>
            <p:nvPr>
              <p:custDataLst>
                <p:tags r:id="rId7"/>
              </p:custDataLst>
            </p:nvPr>
          </p:nvPicPr>
          <p:blipFill>
            <a:blip r:embed="rId127" cstate="print"/>
            <a:stretch>
              <a:fillRect/>
            </a:stretch>
          </p:blipFill>
          <p:spPr>
            <a:xfrm>
              <a:off x="2760483" y="4325792"/>
              <a:ext cx="152459" cy="107245"/>
            </a:xfrm>
            <a:prstGeom prst="rect">
              <a:avLst/>
            </a:prstGeom>
          </p:spPr>
        </p:pic>
        <p:sp>
          <p:nvSpPr>
            <p:cNvPr id="11" name="object 8">
              <a:extLst>
                <a:ext uri="{FF2B5EF4-FFF2-40B4-BE49-F238E27FC236}">
                  <a16:creationId xmlns:a16="http://schemas.microsoft.com/office/drawing/2014/main" id="{1AE3D853-8CFF-DC2E-EFA5-5F90680AEF56}"/>
                </a:ext>
              </a:extLst>
            </p:cNvPr>
            <p:cNvSpPr/>
            <p:nvPr>
              <p:custDataLst>
                <p:tags r:id="rId8"/>
              </p:custDataLst>
            </p:nvPr>
          </p:nvSpPr>
          <p:spPr>
            <a:xfrm>
              <a:off x="2700675" y="4234548"/>
              <a:ext cx="278772" cy="56699"/>
            </a:xfrm>
            <a:custGeom>
              <a:avLst/>
              <a:gdLst/>
              <a:ahLst/>
              <a:cxnLst/>
              <a:rect l="l" t="t" r="r" b="b"/>
              <a:pathLst>
                <a:path w="337185" h="68580">
                  <a:moveTo>
                    <a:pt x="0" y="36322"/>
                  </a:moveTo>
                  <a:lnTo>
                    <a:pt x="98171" y="0"/>
                  </a:lnTo>
                  <a:lnTo>
                    <a:pt x="214503" y="68326"/>
                  </a:lnTo>
                  <a:lnTo>
                    <a:pt x="337058" y="0"/>
                  </a:lnTo>
                </a:path>
              </a:pathLst>
            </a:custGeom>
            <a:ln w="7199">
              <a:solidFill>
                <a:srgbClr val="3EA9B2"/>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2" name="object 9">
              <a:extLst>
                <a:ext uri="{FF2B5EF4-FFF2-40B4-BE49-F238E27FC236}">
                  <a16:creationId xmlns:a16="http://schemas.microsoft.com/office/drawing/2014/main" id="{787EA52C-B54F-3DF6-248A-61CE8EB22288}"/>
                </a:ext>
              </a:extLst>
            </p:cNvPr>
            <p:cNvSpPr/>
            <p:nvPr>
              <p:custDataLst>
                <p:tags r:id="rId9"/>
              </p:custDataLst>
            </p:nvPr>
          </p:nvSpPr>
          <p:spPr>
            <a:xfrm>
              <a:off x="2689441" y="4223312"/>
              <a:ext cx="301347" cy="79274"/>
            </a:xfrm>
            <a:custGeom>
              <a:avLst/>
              <a:gdLst/>
              <a:ahLst/>
              <a:cxnLst/>
              <a:rect l="l" t="t" r="r" b="b"/>
              <a:pathLst>
                <a:path w="364489" h="95885">
                  <a:moveTo>
                    <a:pt x="27178" y="42367"/>
                  </a:moveTo>
                  <a:lnTo>
                    <a:pt x="21082" y="36271"/>
                  </a:lnTo>
                  <a:lnTo>
                    <a:pt x="13589" y="36271"/>
                  </a:lnTo>
                  <a:lnTo>
                    <a:pt x="6096" y="36271"/>
                  </a:lnTo>
                  <a:lnTo>
                    <a:pt x="0" y="42367"/>
                  </a:lnTo>
                  <a:lnTo>
                    <a:pt x="0" y="57480"/>
                  </a:lnTo>
                  <a:lnTo>
                    <a:pt x="6096" y="63576"/>
                  </a:lnTo>
                  <a:lnTo>
                    <a:pt x="21082" y="63576"/>
                  </a:lnTo>
                  <a:lnTo>
                    <a:pt x="27178" y="57480"/>
                  </a:lnTo>
                  <a:lnTo>
                    <a:pt x="27178" y="42367"/>
                  </a:lnTo>
                  <a:close/>
                </a:path>
                <a:path w="364489" h="95885">
                  <a:moveTo>
                    <a:pt x="125336" y="6096"/>
                  </a:moveTo>
                  <a:lnTo>
                    <a:pt x="119240" y="0"/>
                  </a:lnTo>
                  <a:lnTo>
                    <a:pt x="111747" y="0"/>
                  </a:lnTo>
                  <a:lnTo>
                    <a:pt x="104254" y="0"/>
                  </a:lnTo>
                  <a:lnTo>
                    <a:pt x="98158" y="6096"/>
                  </a:lnTo>
                  <a:lnTo>
                    <a:pt x="98158" y="21209"/>
                  </a:lnTo>
                  <a:lnTo>
                    <a:pt x="104254" y="27305"/>
                  </a:lnTo>
                  <a:lnTo>
                    <a:pt x="119240" y="27305"/>
                  </a:lnTo>
                  <a:lnTo>
                    <a:pt x="125336" y="21209"/>
                  </a:lnTo>
                  <a:lnTo>
                    <a:pt x="125336" y="6096"/>
                  </a:lnTo>
                  <a:close/>
                </a:path>
                <a:path w="364489" h="95885">
                  <a:moveTo>
                    <a:pt x="241808" y="74307"/>
                  </a:moveTo>
                  <a:lnTo>
                    <a:pt x="235712" y="68211"/>
                  </a:lnTo>
                  <a:lnTo>
                    <a:pt x="228219" y="68211"/>
                  </a:lnTo>
                  <a:lnTo>
                    <a:pt x="220726" y="68211"/>
                  </a:lnTo>
                  <a:lnTo>
                    <a:pt x="214630" y="74307"/>
                  </a:lnTo>
                  <a:lnTo>
                    <a:pt x="214630" y="89420"/>
                  </a:lnTo>
                  <a:lnTo>
                    <a:pt x="220726" y="95516"/>
                  </a:lnTo>
                  <a:lnTo>
                    <a:pt x="235712" y="95516"/>
                  </a:lnTo>
                  <a:lnTo>
                    <a:pt x="241808" y="89420"/>
                  </a:lnTo>
                  <a:lnTo>
                    <a:pt x="241808" y="74307"/>
                  </a:lnTo>
                  <a:close/>
                </a:path>
                <a:path w="364489" h="95885">
                  <a:moveTo>
                    <a:pt x="364261" y="6096"/>
                  </a:moveTo>
                  <a:lnTo>
                    <a:pt x="358165" y="0"/>
                  </a:lnTo>
                  <a:lnTo>
                    <a:pt x="350672" y="0"/>
                  </a:lnTo>
                  <a:lnTo>
                    <a:pt x="343179" y="0"/>
                  </a:lnTo>
                  <a:lnTo>
                    <a:pt x="337083" y="6096"/>
                  </a:lnTo>
                  <a:lnTo>
                    <a:pt x="337083" y="21209"/>
                  </a:lnTo>
                  <a:lnTo>
                    <a:pt x="343179" y="27305"/>
                  </a:lnTo>
                  <a:lnTo>
                    <a:pt x="358165" y="27305"/>
                  </a:lnTo>
                  <a:lnTo>
                    <a:pt x="364261" y="21209"/>
                  </a:lnTo>
                  <a:lnTo>
                    <a:pt x="364261" y="6096"/>
                  </a:lnTo>
                  <a:close/>
                </a:path>
              </a:pathLst>
            </a:custGeom>
            <a:solidFill>
              <a:srgbClr val="3EA9B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4" name="object 10">
              <a:extLst>
                <a:ext uri="{FF2B5EF4-FFF2-40B4-BE49-F238E27FC236}">
                  <a16:creationId xmlns:a16="http://schemas.microsoft.com/office/drawing/2014/main" id="{266B6C2D-CCC6-59CD-81CB-BFB3EE35A281}"/>
                </a:ext>
              </a:extLst>
            </p:cNvPr>
            <p:cNvSpPr/>
            <p:nvPr>
              <p:custDataLst>
                <p:tags r:id="rId10"/>
              </p:custDataLst>
            </p:nvPr>
          </p:nvSpPr>
          <p:spPr>
            <a:xfrm>
              <a:off x="2668000" y="4197041"/>
              <a:ext cx="345972" cy="0"/>
            </a:xfrm>
            <a:custGeom>
              <a:avLst/>
              <a:gdLst/>
              <a:ahLst/>
              <a:cxnLst/>
              <a:rect l="l" t="t" r="r" b="b"/>
              <a:pathLst>
                <a:path w="418464">
                  <a:moveTo>
                    <a:pt x="0" y="0"/>
                  </a:moveTo>
                  <a:lnTo>
                    <a:pt x="22606" y="0"/>
                  </a:lnTo>
                  <a:lnTo>
                    <a:pt x="417956" y="0"/>
                  </a:lnTo>
                </a:path>
              </a:pathLst>
            </a:custGeom>
            <a:ln w="7199">
              <a:solidFill>
                <a:srgbClr val="3EA9B2"/>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5" name="object 11">
              <a:extLst>
                <a:ext uri="{FF2B5EF4-FFF2-40B4-BE49-F238E27FC236}">
                  <a16:creationId xmlns:a16="http://schemas.microsoft.com/office/drawing/2014/main" id="{69023205-9139-9970-96F2-1ADA47EF2929}"/>
                </a:ext>
              </a:extLst>
            </p:cNvPr>
            <p:cNvSpPr/>
            <p:nvPr>
              <p:custDataLst>
                <p:tags r:id="rId11"/>
              </p:custDataLst>
            </p:nvPr>
          </p:nvSpPr>
          <p:spPr>
            <a:xfrm>
              <a:off x="2687813" y="4175307"/>
              <a:ext cx="0" cy="22050"/>
            </a:xfrm>
            <a:custGeom>
              <a:avLst/>
              <a:gdLst/>
              <a:ahLst/>
              <a:cxnLst/>
              <a:rect l="l" t="t" r="r" b="b"/>
              <a:pathLst>
                <a:path h="26669">
                  <a:moveTo>
                    <a:pt x="0" y="0"/>
                  </a:moveTo>
                  <a:lnTo>
                    <a:pt x="0" y="26288"/>
                  </a:lnTo>
                </a:path>
              </a:pathLst>
            </a:custGeom>
            <a:ln w="7199">
              <a:solidFill>
                <a:srgbClr val="3EA9B2"/>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6" name="object 12">
              <a:extLst>
                <a:ext uri="{FF2B5EF4-FFF2-40B4-BE49-F238E27FC236}">
                  <a16:creationId xmlns:a16="http://schemas.microsoft.com/office/drawing/2014/main" id="{DC4DF6F5-D2BD-B486-CCFE-81A93C49E3D3}"/>
                </a:ext>
              </a:extLst>
            </p:cNvPr>
            <p:cNvSpPr/>
            <p:nvPr>
              <p:custDataLst>
                <p:tags r:id="rId12"/>
              </p:custDataLst>
            </p:nvPr>
          </p:nvSpPr>
          <p:spPr>
            <a:xfrm>
              <a:off x="2740218" y="4175307"/>
              <a:ext cx="0" cy="22050"/>
            </a:xfrm>
            <a:custGeom>
              <a:avLst/>
              <a:gdLst/>
              <a:ahLst/>
              <a:cxnLst/>
              <a:rect l="l" t="t" r="r" b="b"/>
              <a:pathLst>
                <a:path h="26669">
                  <a:moveTo>
                    <a:pt x="0" y="0"/>
                  </a:moveTo>
                  <a:lnTo>
                    <a:pt x="0" y="26288"/>
                  </a:lnTo>
                </a:path>
              </a:pathLst>
            </a:custGeom>
            <a:ln w="7199">
              <a:solidFill>
                <a:srgbClr val="3EA9B2"/>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7" name="object 13">
              <a:extLst>
                <a:ext uri="{FF2B5EF4-FFF2-40B4-BE49-F238E27FC236}">
                  <a16:creationId xmlns:a16="http://schemas.microsoft.com/office/drawing/2014/main" id="{4D8F69C7-9A9B-159D-6CF7-6C2D6ABE4531}"/>
                </a:ext>
              </a:extLst>
            </p:cNvPr>
            <p:cNvSpPr/>
            <p:nvPr>
              <p:custDataLst>
                <p:tags r:id="rId13"/>
              </p:custDataLst>
            </p:nvPr>
          </p:nvSpPr>
          <p:spPr>
            <a:xfrm>
              <a:off x="2787541" y="4175307"/>
              <a:ext cx="0" cy="22050"/>
            </a:xfrm>
            <a:custGeom>
              <a:avLst/>
              <a:gdLst/>
              <a:ahLst/>
              <a:cxnLst/>
              <a:rect l="l" t="t" r="r" b="b"/>
              <a:pathLst>
                <a:path h="26669">
                  <a:moveTo>
                    <a:pt x="0" y="0"/>
                  </a:moveTo>
                  <a:lnTo>
                    <a:pt x="0" y="26288"/>
                  </a:lnTo>
                </a:path>
              </a:pathLst>
            </a:custGeom>
            <a:ln w="7199">
              <a:solidFill>
                <a:srgbClr val="3EA9B2"/>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8" name="object 14">
              <a:extLst>
                <a:ext uri="{FF2B5EF4-FFF2-40B4-BE49-F238E27FC236}">
                  <a16:creationId xmlns:a16="http://schemas.microsoft.com/office/drawing/2014/main" id="{C9F4FD4C-6CB2-57CD-A0A6-738AAF010CF1}"/>
                </a:ext>
              </a:extLst>
            </p:cNvPr>
            <p:cNvSpPr/>
            <p:nvPr>
              <p:custDataLst>
                <p:tags r:id="rId14"/>
              </p:custDataLst>
            </p:nvPr>
          </p:nvSpPr>
          <p:spPr>
            <a:xfrm>
              <a:off x="2839957" y="4175307"/>
              <a:ext cx="0" cy="22050"/>
            </a:xfrm>
            <a:custGeom>
              <a:avLst/>
              <a:gdLst/>
              <a:ahLst/>
              <a:cxnLst/>
              <a:rect l="l" t="t" r="r" b="b"/>
              <a:pathLst>
                <a:path h="26669">
                  <a:moveTo>
                    <a:pt x="0" y="0"/>
                  </a:moveTo>
                  <a:lnTo>
                    <a:pt x="0" y="26288"/>
                  </a:lnTo>
                </a:path>
              </a:pathLst>
            </a:custGeom>
            <a:ln w="7199">
              <a:solidFill>
                <a:srgbClr val="3EA9B2"/>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9" name="object 15">
              <a:extLst>
                <a:ext uri="{FF2B5EF4-FFF2-40B4-BE49-F238E27FC236}">
                  <a16:creationId xmlns:a16="http://schemas.microsoft.com/office/drawing/2014/main" id="{92480816-63EC-ADE6-DF93-5B19C0E64095}"/>
                </a:ext>
              </a:extLst>
            </p:cNvPr>
            <p:cNvSpPr/>
            <p:nvPr>
              <p:custDataLst>
                <p:tags r:id="rId15"/>
              </p:custDataLst>
            </p:nvPr>
          </p:nvSpPr>
          <p:spPr>
            <a:xfrm>
              <a:off x="2889737" y="4175307"/>
              <a:ext cx="0" cy="22050"/>
            </a:xfrm>
            <a:custGeom>
              <a:avLst/>
              <a:gdLst/>
              <a:ahLst/>
              <a:cxnLst/>
              <a:rect l="l" t="t" r="r" b="b"/>
              <a:pathLst>
                <a:path h="26669">
                  <a:moveTo>
                    <a:pt x="0" y="0"/>
                  </a:moveTo>
                  <a:lnTo>
                    <a:pt x="0" y="26288"/>
                  </a:lnTo>
                </a:path>
              </a:pathLst>
            </a:custGeom>
            <a:ln w="7199">
              <a:solidFill>
                <a:srgbClr val="3EA9B2"/>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20" name="object 16">
              <a:extLst>
                <a:ext uri="{FF2B5EF4-FFF2-40B4-BE49-F238E27FC236}">
                  <a16:creationId xmlns:a16="http://schemas.microsoft.com/office/drawing/2014/main" id="{2A6FCA61-8113-1D92-6253-B1436502A008}"/>
                </a:ext>
              </a:extLst>
            </p:cNvPr>
            <p:cNvSpPr/>
            <p:nvPr>
              <p:custDataLst>
                <p:tags r:id="rId16"/>
              </p:custDataLst>
            </p:nvPr>
          </p:nvSpPr>
          <p:spPr>
            <a:xfrm>
              <a:off x="2939685" y="4175307"/>
              <a:ext cx="0" cy="22050"/>
            </a:xfrm>
            <a:custGeom>
              <a:avLst/>
              <a:gdLst/>
              <a:ahLst/>
              <a:cxnLst/>
              <a:rect l="l" t="t" r="r" b="b"/>
              <a:pathLst>
                <a:path h="26669">
                  <a:moveTo>
                    <a:pt x="0" y="0"/>
                  </a:moveTo>
                  <a:lnTo>
                    <a:pt x="0" y="26288"/>
                  </a:lnTo>
                </a:path>
              </a:pathLst>
            </a:custGeom>
            <a:ln w="7199">
              <a:solidFill>
                <a:srgbClr val="3EA9B2"/>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21" name="object 17">
              <a:extLst>
                <a:ext uri="{FF2B5EF4-FFF2-40B4-BE49-F238E27FC236}">
                  <a16:creationId xmlns:a16="http://schemas.microsoft.com/office/drawing/2014/main" id="{09789A43-8947-1D08-4754-8F3556C1EEBD}"/>
                </a:ext>
              </a:extLst>
            </p:cNvPr>
            <p:cNvSpPr/>
            <p:nvPr>
              <p:custDataLst>
                <p:tags r:id="rId17"/>
              </p:custDataLst>
            </p:nvPr>
          </p:nvSpPr>
          <p:spPr>
            <a:xfrm>
              <a:off x="2989339" y="4175307"/>
              <a:ext cx="0" cy="22050"/>
            </a:xfrm>
            <a:custGeom>
              <a:avLst/>
              <a:gdLst/>
              <a:ahLst/>
              <a:cxnLst/>
              <a:rect l="l" t="t" r="r" b="b"/>
              <a:pathLst>
                <a:path h="26669">
                  <a:moveTo>
                    <a:pt x="0" y="0"/>
                  </a:moveTo>
                  <a:lnTo>
                    <a:pt x="0" y="26288"/>
                  </a:lnTo>
                </a:path>
              </a:pathLst>
            </a:custGeom>
            <a:ln w="7199">
              <a:solidFill>
                <a:srgbClr val="3EA9B2"/>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22" name="object 18">
              <a:extLst>
                <a:ext uri="{FF2B5EF4-FFF2-40B4-BE49-F238E27FC236}">
                  <a16:creationId xmlns:a16="http://schemas.microsoft.com/office/drawing/2014/main" id="{D3D89280-31D1-5542-DF76-8ED654439F57}"/>
                </a:ext>
              </a:extLst>
            </p:cNvPr>
            <p:cNvSpPr/>
            <p:nvPr>
              <p:custDataLst>
                <p:tags r:id="rId18"/>
              </p:custDataLst>
            </p:nvPr>
          </p:nvSpPr>
          <p:spPr>
            <a:xfrm>
              <a:off x="2697032" y="4086183"/>
              <a:ext cx="286122" cy="88723"/>
            </a:xfrm>
            <a:custGeom>
              <a:avLst/>
              <a:gdLst/>
              <a:ahLst/>
              <a:cxnLst/>
              <a:rect l="l" t="t" r="r" b="b"/>
              <a:pathLst>
                <a:path w="346075" h="107314">
                  <a:moveTo>
                    <a:pt x="40894" y="31940"/>
                  </a:moveTo>
                  <a:lnTo>
                    <a:pt x="0" y="31940"/>
                  </a:lnTo>
                  <a:lnTo>
                    <a:pt x="0" y="106743"/>
                  </a:lnTo>
                  <a:lnTo>
                    <a:pt x="40894" y="106743"/>
                  </a:lnTo>
                  <a:lnTo>
                    <a:pt x="40894" y="31940"/>
                  </a:lnTo>
                  <a:close/>
                </a:path>
                <a:path w="346075" h="107314">
                  <a:moveTo>
                    <a:pt x="103454" y="73202"/>
                  </a:moveTo>
                  <a:lnTo>
                    <a:pt x="62560" y="73202"/>
                  </a:lnTo>
                  <a:lnTo>
                    <a:pt x="62560" y="106857"/>
                  </a:lnTo>
                  <a:lnTo>
                    <a:pt x="103454" y="106857"/>
                  </a:lnTo>
                  <a:lnTo>
                    <a:pt x="103454" y="73202"/>
                  </a:lnTo>
                  <a:close/>
                </a:path>
                <a:path w="346075" h="107314">
                  <a:moveTo>
                    <a:pt x="164350" y="9309"/>
                  </a:moveTo>
                  <a:lnTo>
                    <a:pt x="123456" y="9309"/>
                  </a:lnTo>
                  <a:lnTo>
                    <a:pt x="123456" y="106845"/>
                  </a:lnTo>
                  <a:lnTo>
                    <a:pt x="164350" y="106845"/>
                  </a:lnTo>
                  <a:lnTo>
                    <a:pt x="164350" y="9309"/>
                  </a:lnTo>
                  <a:close/>
                </a:path>
                <a:path w="346075" h="107314">
                  <a:moveTo>
                    <a:pt x="224574" y="49568"/>
                  </a:moveTo>
                  <a:lnTo>
                    <a:pt x="183680" y="49568"/>
                  </a:lnTo>
                  <a:lnTo>
                    <a:pt x="183680" y="106845"/>
                  </a:lnTo>
                  <a:lnTo>
                    <a:pt x="224574" y="106845"/>
                  </a:lnTo>
                  <a:lnTo>
                    <a:pt x="224574" y="49568"/>
                  </a:lnTo>
                  <a:close/>
                </a:path>
                <a:path w="346075" h="107314">
                  <a:moveTo>
                    <a:pt x="283806" y="0"/>
                  </a:moveTo>
                  <a:lnTo>
                    <a:pt x="242912" y="0"/>
                  </a:lnTo>
                  <a:lnTo>
                    <a:pt x="242912" y="106807"/>
                  </a:lnTo>
                  <a:lnTo>
                    <a:pt x="283806" y="106807"/>
                  </a:lnTo>
                  <a:lnTo>
                    <a:pt x="283806" y="0"/>
                  </a:lnTo>
                  <a:close/>
                </a:path>
                <a:path w="346075" h="107314">
                  <a:moveTo>
                    <a:pt x="345706" y="15303"/>
                  </a:moveTo>
                  <a:lnTo>
                    <a:pt x="304812" y="15303"/>
                  </a:lnTo>
                  <a:lnTo>
                    <a:pt x="304812" y="106870"/>
                  </a:lnTo>
                  <a:lnTo>
                    <a:pt x="345706" y="106870"/>
                  </a:lnTo>
                  <a:lnTo>
                    <a:pt x="345706" y="15303"/>
                  </a:lnTo>
                  <a:close/>
                </a:path>
              </a:pathLst>
            </a:custGeom>
            <a:solidFill>
              <a:srgbClr val="3EA9B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23" name="object 19">
              <a:extLst>
                <a:ext uri="{FF2B5EF4-FFF2-40B4-BE49-F238E27FC236}">
                  <a16:creationId xmlns:a16="http://schemas.microsoft.com/office/drawing/2014/main" id="{B73A93ED-A2EC-16B7-EC67-4D8A99DDFDEA}"/>
                </a:ext>
              </a:extLst>
            </p:cNvPr>
            <p:cNvSpPr/>
            <p:nvPr>
              <p:custDataLst>
                <p:tags r:id="rId19"/>
              </p:custDataLst>
            </p:nvPr>
          </p:nvSpPr>
          <p:spPr>
            <a:xfrm>
              <a:off x="3918706" y="5579521"/>
              <a:ext cx="370646" cy="128099"/>
            </a:xfrm>
            <a:custGeom>
              <a:avLst/>
              <a:gdLst/>
              <a:ahLst/>
              <a:cxnLst/>
              <a:rect l="l" t="t" r="r" b="b"/>
              <a:pathLst>
                <a:path w="448310" h="154939">
                  <a:moveTo>
                    <a:pt x="445261" y="0"/>
                  </a:moveTo>
                  <a:lnTo>
                    <a:pt x="2793" y="0"/>
                  </a:lnTo>
                  <a:lnTo>
                    <a:pt x="0" y="2921"/>
                  </a:lnTo>
                  <a:lnTo>
                    <a:pt x="0" y="151892"/>
                  </a:lnTo>
                  <a:lnTo>
                    <a:pt x="2793" y="154813"/>
                  </a:lnTo>
                  <a:lnTo>
                    <a:pt x="445261" y="154813"/>
                  </a:lnTo>
                  <a:lnTo>
                    <a:pt x="448182" y="151892"/>
                  </a:lnTo>
                  <a:lnTo>
                    <a:pt x="448182" y="148336"/>
                  </a:lnTo>
                  <a:lnTo>
                    <a:pt x="448182" y="2921"/>
                  </a:lnTo>
                  <a:lnTo>
                    <a:pt x="445261" y="0"/>
                  </a:lnTo>
                  <a:close/>
                </a:path>
              </a:pathLst>
            </a:custGeom>
            <a:solidFill>
              <a:srgbClr val="3EA9B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24" name="object 20">
              <a:extLst>
                <a:ext uri="{FF2B5EF4-FFF2-40B4-BE49-F238E27FC236}">
                  <a16:creationId xmlns:a16="http://schemas.microsoft.com/office/drawing/2014/main" id="{DE585BC3-F4BF-6C30-FFA6-E28330B5D571}"/>
                </a:ext>
              </a:extLst>
            </p:cNvPr>
            <p:cNvSpPr/>
            <p:nvPr>
              <p:custDataLst>
                <p:tags r:id="rId20"/>
              </p:custDataLst>
            </p:nvPr>
          </p:nvSpPr>
          <p:spPr>
            <a:xfrm>
              <a:off x="4236276" y="5622340"/>
              <a:ext cx="29925" cy="29400"/>
            </a:xfrm>
            <a:custGeom>
              <a:avLst/>
              <a:gdLst/>
              <a:ahLst/>
              <a:cxnLst/>
              <a:rect l="l" t="t" r="r" b="b"/>
              <a:pathLst>
                <a:path w="36195" h="35560">
                  <a:moveTo>
                    <a:pt x="27686" y="0"/>
                  </a:moveTo>
                  <a:lnTo>
                    <a:pt x="8001" y="0"/>
                  </a:lnTo>
                  <a:lnTo>
                    <a:pt x="0" y="7746"/>
                  </a:lnTo>
                  <a:lnTo>
                    <a:pt x="0" y="27431"/>
                  </a:lnTo>
                  <a:lnTo>
                    <a:pt x="8001" y="35305"/>
                  </a:lnTo>
                  <a:lnTo>
                    <a:pt x="27686" y="35305"/>
                  </a:lnTo>
                  <a:lnTo>
                    <a:pt x="35687" y="27431"/>
                  </a:lnTo>
                  <a:lnTo>
                    <a:pt x="35687" y="17652"/>
                  </a:lnTo>
                  <a:lnTo>
                    <a:pt x="35687" y="7746"/>
                  </a:lnTo>
                  <a:lnTo>
                    <a:pt x="27686" y="0"/>
                  </a:lnTo>
                  <a:close/>
                </a:path>
              </a:pathLst>
            </a:custGeom>
            <a:solidFill>
              <a:srgbClr val="7BC79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25" name="object 21">
              <a:extLst>
                <a:ext uri="{FF2B5EF4-FFF2-40B4-BE49-F238E27FC236}">
                  <a16:creationId xmlns:a16="http://schemas.microsoft.com/office/drawing/2014/main" id="{47B70F60-EA3B-9EF8-F790-EA459144680B}"/>
                </a:ext>
              </a:extLst>
            </p:cNvPr>
            <p:cNvSpPr/>
            <p:nvPr>
              <p:custDataLst>
                <p:tags r:id="rId21"/>
              </p:custDataLst>
            </p:nvPr>
          </p:nvSpPr>
          <p:spPr>
            <a:xfrm>
              <a:off x="3918706" y="5427231"/>
              <a:ext cx="370646" cy="128099"/>
            </a:xfrm>
            <a:custGeom>
              <a:avLst/>
              <a:gdLst/>
              <a:ahLst/>
              <a:cxnLst/>
              <a:rect l="l" t="t" r="r" b="b"/>
              <a:pathLst>
                <a:path w="448310" h="154939">
                  <a:moveTo>
                    <a:pt x="445388" y="0"/>
                  </a:moveTo>
                  <a:lnTo>
                    <a:pt x="2539" y="0"/>
                  </a:lnTo>
                  <a:lnTo>
                    <a:pt x="0" y="2921"/>
                  </a:lnTo>
                  <a:lnTo>
                    <a:pt x="0" y="151765"/>
                  </a:lnTo>
                  <a:lnTo>
                    <a:pt x="2793" y="154686"/>
                  </a:lnTo>
                  <a:lnTo>
                    <a:pt x="445261" y="154686"/>
                  </a:lnTo>
                  <a:lnTo>
                    <a:pt x="448182" y="151765"/>
                  </a:lnTo>
                  <a:lnTo>
                    <a:pt x="448182" y="148209"/>
                  </a:lnTo>
                  <a:lnTo>
                    <a:pt x="448182" y="2921"/>
                  </a:lnTo>
                  <a:lnTo>
                    <a:pt x="445388" y="0"/>
                  </a:lnTo>
                  <a:close/>
                </a:path>
              </a:pathLst>
            </a:custGeom>
            <a:solidFill>
              <a:srgbClr val="3EA9B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26" name="object 22">
              <a:extLst>
                <a:ext uri="{FF2B5EF4-FFF2-40B4-BE49-F238E27FC236}">
                  <a16:creationId xmlns:a16="http://schemas.microsoft.com/office/drawing/2014/main" id="{1BE43F85-D0EA-295E-2BFF-1C8944B8B349}"/>
                </a:ext>
              </a:extLst>
            </p:cNvPr>
            <p:cNvSpPr/>
            <p:nvPr>
              <p:custDataLst>
                <p:tags r:id="rId22"/>
              </p:custDataLst>
            </p:nvPr>
          </p:nvSpPr>
          <p:spPr>
            <a:xfrm>
              <a:off x="3918706" y="5427125"/>
              <a:ext cx="370646" cy="128099"/>
            </a:xfrm>
            <a:custGeom>
              <a:avLst/>
              <a:gdLst/>
              <a:ahLst/>
              <a:cxnLst/>
              <a:rect l="l" t="t" r="r" b="b"/>
              <a:pathLst>
                <a:path w="448310" h="154939">
                  <a:moveTo>
                    <a:pt x="6349" y="0"/>
                  </a:moveTo>
                  <a:lnTo>
                    <a:pt x="2539" y="127"/>
                  </a:lnTo>
                  <a:lnTo>
                    <a:pt x="0" y="3048"/>
                  </a:lnTo>
                  <a:lnTo>
                    <a:pt x="0" y="151892"/>
                  </a:lnTo>
                  <a:lnTo>
                    <a:pt x="2793" y="154813"/>
                  </a:lnTo>
                  <a:lnTo>
                    <a:pt x="445261" y="154813"/>
                  </a:lnTo>
                  <a:lnTo>
                    <a:pt x="448182" y="151892"/>
                  </a:lnTo>
                  <a:lnTo>
                    <a:pt x="448182" y="148336"/>
                  </a:lnTo>
                  <a:lnTo>
                    <a:pt x="6349" y="0"/>
                  </a:lnTo>
                  <a:close/>
                </a:path>
              </a:pathLst>
            </a:custGeom>
            <a:solidFill>
              <a:srgbClr val="4BADBB"/>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27" name="object 23">
              <a:extLst>
                <a:ext uri="{FF2B5EF4-FFF2-40B4-BE49-F238E27FC236}">
                  <a16:creationId xmlns:a16="http://schemas.microsoft.com/office/drawing/2014/main" id="{A5119E4D-A95B-CB49-F098-D232981F322D}"/>
                </a:ext>
              </a:extLst>
            </p:cNvPr>
            <p:cNvSpPr/>
            <p:nvPr>
              <p:custDataLst>
                <p:tags r:id="rId23"/>
              </p:custDataLst>
            </p:nvPr>
          </p:nvSpPr>
          <p:spPr>
            <a:xfrm>
              <a:off x="4236276" y="5469934"/>
              <a:ext cx="29925" cy="29400"/>
            </a:xfrm>
            <a:custGeom>
              <a:avLst/>
              <a:gdLst/>
              <a:ahLst/>
              <a:cxnLst/>
              <a:rect l="l" t="t" r="r" b="b"/>
              <a:pathLst>
                <a:path w="36195" h="35560">
                  <a:moveTo>
                    <a:pt x="27686" y="0"/>
                  </a:moveTo>
                  <a:lnTo>
                    <a:pt x="8001" y="0"/>
                  </a:lnTo>
                  <a:lnTo>
                    <a:pt x="0" y="7873"/>
                  </a:lnTo>
                  <a:lnTo>
                    <a:pt x="0" y="27558"/>
                  </a:lnTo>
                  <a:lnTo>
                    <a:pt x="8001" y="35305"/>
                  </a:lnTo>
                  <a:lnTo>
                    <a:pt x="27686" y="35305"/>
                  </a:lnTo>
                  <a:lnTo>
                    <a:pt x="35687" y="27558"/>
                  </a:lnTo>
                  <a:lnTo>
                    <a:pt x="35687" y="17652"/>
                  </a:lnTo>
                  <a:lnTo>
                    <a:pt x="35687" y="7873"/>
                  </a:lnTo>
                  <a:lnTo>
                    <a:pt x="27686" y="0"/>
                  </a:lnTo>
                  <a:close/>
                </a:path>
              </a:pathLst>
            </a:custGeom>
            <a:solidFill>
              <a:srgbClr val="7BC79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28" name="object 24">
              <a:extLst>
                <a:ext uri="{FF2B5EF4-FFF2-40B4-BE49-F238E27FC236}">
                  <a16:creationId xmlns:a16="http://schemas.microsoft.com/office/drawing/2014/main" id="{B8B27BC0-31E9-3E1D-BC0C-356401942184}"/>
                </a:ext>
              </a:extLst>
            </p:cNvPr>
            <p:cNvSpPr/>
            <p:nvPr>
              <p:custDataLst>
                <p:tags r:id="rId24"/>
              </p:custDataLst>
            </p:nvPr>
          </p:nvSpPr>
          <p:spPr>
            <a:xfrm>
              <a:off x="4236444" y="5469766"/>
              <a:ext cx="14700" cy="182173"/>
            </a:xfrm>
            <a:custGeom>
              <a:avLst/>
              <a:gdLst/>
              <a:ahLst/>
              <a:cxnLst/>
              <a:rect l="l" t="t" r="r" b="b"/>
              <a:pathLst>
                <a:path w="17779" h="220345">
                  <a:moveTo>
                    <a:pt x="17653" y="184327"/>
                  </a:moveTo>
                  <a:lnTo>
                    <a:pt x="7874" y="184327"/>
                  </a:lnTo>
                  <a:lnTo>
                    <a:pt x="0" y="192328"/>
                  </a:lnTo>
                  <a:lnTo>
                    <a:pt x="0" y="212013"/>
                  </a:lnTo>
                  <a:lnTo>
                    <a:pt x="7874" y="220014"/>
                  </a:lnTo>
                  <a:lnTo>
                    <a:pt x="17653" y="220014"/>
                  </a:lnTo>
                  <a:lnTo>
                    <a:pt x="17653" y="184327"/>
                  </a:lnTo>
                  <a:close/>
                </a:path>
                <a:path w="17779" h="220345">
                  <a:moveTo>
                    <a:pt x="17653" y="0"/>
                  </a:moveTo>
                  <a:lnTo>
                    <a:pt x="7874" y="0"/>
                  </a:lnTo>
                  <a:lnTo>
                    <a:pt x="0" y="8001"/>
                  </a:lnTo>
                  <a:lnTo>
                    <a:pt x="0" y="27686"/>
                  </a:lnTo>
                  <a:lnTo>
                    <a:pt x="7874" y="35687"/>
                  </a:lnTo>
                  <a:lnTo>
                    <a:pt x="17653" y="35687"/>
                  </a:lnTo>
                  <a:lnTo>
                    <a:pt x="17653" y="0"/>
                  </a:lnTo>
                  <a:close/>
                </a:path>
              </a:pathLst>
            </a:custGeom>
            <a:solidFill>
              <a:srgbClr val="8BCC9A"/>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29" name="object 25">
              <a:extLst>
                <a:ext uri="{FF2B5EF4-FFF2-40B4-BE49-F238E27FC236}">
                  <a16:creationId xmlns:a16="http://schemas.microsoft.com/office/drawing/2014/main" id="{F6DEE174-35B3-0F47-DCEB-9F02F48D8438}"/>
                </a:ext>
              </a:extLst>
            </p:cNvPr>
            <p:cNvSpPr/>
            <p:nvPr>
              <p:custDataLst>
                <p:tags r:id="rId25"/>
              </p:custDataLst>
            </p:nvPr>
          </p:nvSpPr>
          <p:spPr>
            <a:xfrm>
              <a:off x="4193079" y="5469934"/>
              <a:ext cx="29925" cy="29400"/>
            </a:xfrm>
            <a:custGeom>
              <a:avLst/>
              <a:gdLst/>
              <a:ahLst/>
              <a:cxnLst/>
              <a:rect l="l" t="t" r="r" b="b"/>
              <a:pathLst>
                <a:path w="36195" h="35560">
                  <a:moveTo>
                    <a:pt x="27686" y="0"/>
                  </a:moveTo>
                  <a:lnTo>
                    <a:pt x="8001" y="0"/>
                  </a:lnTo>
                  <a:lnTo>
                    <a:pt x="0" y="7873"/>
                  </a:lnTo>
                  <a:lnTo>
                    <a:pt x="0" y="27558"/>
                  </a:lnTo>
                  <a:lnTo>
                    <a:pt x="8001" y="35305"/>
                  </a:lnTo>
                  <a:lnTo>
                    <a:pt x="27686" y="35305"/>
                  </a:lnTo>
                  <a:lnTo>
                    <a:pt x="35687" y="27558"/>
                  </a:lnTo>
                  <a:lnTo>
                    <a:pt x="35687" y="17652"/>
                  </a:lnTo>
                  <a:lnTo>
                    <a:pt x="35687" y="7873"/>
                  </a:lnTo>
                  <a:lnTo>
                    <a:pt x="27686" y="0"/>
                  </a:lnTo>
                  <a:close/>
                </a:path>
              </a:pathLst>
            </a:custGeom>
            <a:solidFill>
              <a:srgbClr val="F3C066"/>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30" name="object 26">
              <a:extLst>
                <a:ext uri="{FF2B5EF4-FFF2-40B4-BE49-F238E27FC236}">
                  <a16:creationId xmlns:a16="http://schemas.microsoft.com/office/drawing/2014/main" id="{7468576B-6654-5C3D-3C44-C54E1A6DEF97}"/>
                </a:ext>
              </a:extLst>
            </p:cNvPr>
            <p:cNvSpPr/>
            <p:nvPr>
              <p:custDataLst>
                <p:tags r:id="rId26"/>
              </p:custDataLst>
            </p:nvPr>
          </p:nvSpPr>
          <p:spPr>
            <a:xfrm>
              <a:off x="4193247" y="5469766"/>
              <a:ext cx="14700" cy="29925"/>
            </a:xfrm>
            <a:custGeom>
              <a:avLst/>
              <a:gdLst/>
              <a:ahLst/>
              <a:cxnLst/>
              <a:rect l="l" t="t" r="r" b="b"/>
              <a:pathLst>
                <a:path w="17779" h="36195">
                  <a:moveTo>
                    <a:pt x="17652" y="0"/>
                  </a:moveTo>
                  <a:lnTo>
                    <a:pt x="7746" y="0"/>
                  </a:lnTo>
                  <a:lnTo>
                    <a:pt x="0" y="8001"/>
                  </a:lnTo>
                  <a:lnTo>
                    <a:pt x="0" y="27686"/>
                  </a:lnTo>
                  <a:lnTo>
                    <a:pt x="7746" y="35687"/>
                  </a:lnTo>
                  <a:lnTo>
                    <a:pt x="17652" y="35687"/>
                  </a:lnTo>
                  <a:lnTo>
                    <a:pt x="17652" y="0"/>
                  </a:lnTo>
                  <a:close/>
                </a:path>
              </a:pathLst>
            </a:custGeom>
            <a:solidFill>
              <a:srgbClr val="F6CD74"/>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31" name="object 27">
              <a:extLst>
                <a:ext uri="{FF2B5EF4-FFF2-40B4-BE49-F238E27FC236}">
                  <a16:creationId xmlns:a16="http://schemas.microsoft.com/office/drawing/2014/main" id="{A05D0A5A-CFA2-3D9C-4F35-DAF49E3D2AE0}"/>
                </a:ext>
              </a:extLst>
            </p:cNvPr>
            <p:cNvSpPr/>
            <p:nvPr>
              <p:custDataLst>
                <p:tags r:id="rId27"/>
              </p:custDataLst>
            </p:nvPr>
          </p:nvSpPr>
          <p:spPr>
            <a:xfrm>
              <a:off x="4150187" y="5469934"/>
              <a:ext cx="29925" cy="29400"/>
            </a:xfrm>
            <a:custGeom>
              <a:avLst/>
              <a:gdLst/>
              <a:ahLst/>
              <a:cxnLst/>
              <a:rect l="l" t="t" r="r" b="b"/>
              <a:pathLst>
                <a:path w="36195" h="35560">
                  <a:moveTo>
                    <a:pt x="27686" y="0"/>
                  </a:moveTo>
                  <a:lnTo>
                    <a:pt x="8001" y="0"/>
                  </a:lnTo>
                  <a:lnTo>
                    <a:pt x="0" y="7873"/>
                  </a:lnTo>
                  <a:lnTo>
                    <a:pt x="0" y="27558"/>
                  </a:lnTo>
                  <a:lnTo>
                    <a:pt x="8001" y="35305"/>
                  </a:lnTo>
                  <a:lnTo>
                    <a:pt x="27686" y="35305"/>
                  </a:lnTo>
                  <a:lnTo>
                    <a:pt x="35687" y="27558"/>
                  </a:lnTo>
                  <a:lnTo>
                    <a:pt x="35687" y="17652"/>
                  </a:lnTo>
                  <a:lnTo>
                    <a:pt x="35687" y="7873"/>
                  </a:lnTo>
                  <a:lnTo>
                    <a:pt x="27686" y="0"/>
                  </a:lnTo>
                  <a:close/>
                </a:path>
              </a:pathLst>
            </a:custGeom>
            <a:solidFill>
              <a:srgbClr val="D77258"/>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32" name="object 28">
              <a:extLst>
                <a:ext uri="{FF2B5EF4-FFF2-40B4-BE49-F238E27FC236}">
                  <a16:creationId xmlns:a16="http://schemas.microsoft.com/office/drawing/2014/main" id="{F4CDD124-2A80-8DD7-7485-84E89EA0CB83}"/>
                </a:ext>
              </a:extLst>
            </p:cNvPr>
            <p:cNvSpPr/>
            <p:nvPr>
              <p:custDataLst>
                <p:tags r:id="rId28"/>
              </p:custDataLst>
            </p:nvPr>
          </p:nvSpPr>
          <p:spPr>
            <a:xfrm>
              <a:off x="4150365" y="5469766"/>
              <a:ext cx="14700" cy="29925"/>
            </a:xfrm>
            <a:custGeom>
              <a:avLst/>
              <a:gdLst/>
              <a:ahLst/>
              <a:cxnLst/>
              <a:rect l="l" t="t" r="r" b="b"/>
              <a:pathLst>
                <a:path w="17779" h="36195">
                  <a:moveTo>
                    <a:pt x="17652" y="0"/>
                  </a:moveTo>
                  <a:lnTo>
                    <a:pt x="7746" y="0"/>
                  </a:lnTo>
                  <a:lnTo>
                    <a:pt x="0" y="8001"/>
                  </a:lnTo>
                  <a:lnTo>
                    <a:pt x="0" y="27686"/>
                  </a:lnTo>
                  <a:lnTo>
                    <a:pt x="7746" y="35687"/>
                  </a:lnTo>
                  <a:lnTo>
                    <a:pt x="17652" y="35687"/>
                  </a:lnTo>
                  <a:lnTo>
                    <a:pt x="17652" y="0"/>
                  </a:lnTo>
                  <a:close/>
                </a:path>
              </a:pathLst>
            </a:custGeom>
            <a:solidFill>
              <a:srgbClr val="F47C5E"/>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33" name="object 29">
              <a:extLst>
                <a:ext uri="{FF2B5EF4-FFF2-40B4-BE49-F238E27FC236}">
                  <a16:creationId xmlns:a16="http://schemas.microsoft.com/office/drawing/2014/main" id="{2155EC2A-FAB2-4F58-2236-621DCAE40DF8}"/>
                </a:ext>
              </a:extLst>
            </p:cNvPr>
            <p:cNvSpPr/>
            <p:nvPr>
              <p:custDataLst>
                <p:tags r:id="rId29"/>
              </p:custDataLst>
            </p:nvPr>
          </p:nvSpPr>
          <p:spPr>
            <a:xfrm>
              <a:off x="3937900" y="5452032"/>
              <a:ext cx="163273" cy="72974"/>
            </a:xfrm>
            <a:custGeom>
              <a:avLst/>
              <a:gdLst/>
              <a:ahLst/>
              <a:cxnLst/>
              <a:rect l="l" t="t" r="r" b="b"/>
              <a:pathLst>
                <a:path w="197485" h="88264">
                  <a:moveTo>
                    <a:pt x="19558" y="2921"/>
                  </a:moveTo>
                  <a:lnTo>
                    <a:pt x="17399" y="0"/>
                  </a:lnTo>
                  <a:lnTo>
                    <a:pt x="2159" y="0"/>
                  </a:lnTo>
                  <a:lnTo>
                    <a:pt x="0" y="2921"/>
                  </a:lnTo>
                  <a:lnTo>
                    <a:pt x="0" y="85344"/>
                  </a:lnTo>
                  <a:lnTo>
                    <a:pt x="2159" y="88265"/>
                  </a:lnTo>
                  <a:lnTo>
                    <a:pt x="17399" y="88265"/>
                  </a:lnTo>
                  <a:lnTo>
                    <a:pt x="19558" y="85344"/>
                  </a:lnTo>
                  <a:lnTo>
                    <a:pt x="19558" y="81788"/>
                  </a:lnTo>
                  <a:lnTo>
                    <a:pt x="19558" y="2921"/>
                  </a:lnTo>
                  <a:close/>
                </a:path>
                <a:path w="197485" h="88264">
                  <a:moveTo>
                    <a:pt x="54495" y="2921"/>
                  </a:moveTo>
                  <a:lnTo>
                    <a:pt x="52336" y="0"/>
                  </a:lnTo>
                  <a:lnTo>
                    <a:pt x="37096" y="0"/>
                  </a:lnTo>
                  <a:lnTo>
                    <a:pt x="34937" y="2921"/>
                  </a:lnTo>
                  <a:lnTo>
                    <a:pt x="34937" y="85344"/>
                  </a:lnTo>
                  <a:lnTo>
                    <a:pt x="37096" y="88265"/>
                  </a:lnTo>
                  <a:lnTo>
                    <a:pt x="52336" y="88265"/>
                  </a:lnTo>
                  <a:lnTo>
                    <a:pt x="54495" y="85344"/>
                  </a:lnTo>
                  <a:lnTo>
                    <a:pt x="54495" y="81788"/>
                  </a:lnTo>
                  <a:lnTo>
                    <a:pt x="54495" y="2921"/>
                  </a:lnTo>
                  <a:close/>
                </a:path>
                <a:path w="197485" h="88264">
                  <a:moveTo>
                    <a:pt x="89852" y="2921"/>
                  </a:moveTo>
                  <a:lnTo>
                    <a:pt x="87693" y="0"/>
                  </a:lnTo>
                  <a:lnTo>
                    <a:pt x="72453" y="0"/>
                  </a:lnTo>
                  <a:lnTo>
                    <a:pt x="70294" y="2921"/>
                  </a:lnTo>
                  <a:lnTo>
                    <a:pt x="70294" y="85344"/>
                  </a:lnTo>
                  <a:lnTo>
                    <a:pt x="72453" y="88265"/>
                  </a:lnTo>
                  <a:lnTo>
                    <a:pt x="87693" y="88265"/>
                  </a:lnTo>
                  <a:lnTo>
                    <a:pt x="89852" y="85344"/>
                  </a:lnTo>
                  <a:lnTo>
                    <a:pt x="89852" y="81788"/>
                  </a:lnTo>
                  <a:lnTo>
                    <a:pt x="89852" y="2921"/>
                  </a:lnTo>
                  <a:close/>
                </a:path>
                <a:path w="197485" h="88264">
                  <a:moveTo>
                    <a:pt x="126072" y="2921"/>
                  </a:moveTo>
                  <a:lnTo>
                    <a:pt x="123913" y="0"/>
                  </a:lnTo>
                  <a:lnTo>
                    <a:pt x="108673" y="0"/>
                  </a:lnTo>
                  <a:lnTo>
                    <a:pt x="106514" y="2921"/>
                  </a:lnTo>
                  <a:lnTo>
                    <a:pt x="106514" y="85344"/>
                  </a:lnTo>
                  <a:lnTo>
                    <a:pt x="108673" y="88265"/>
                  </a:lnTo>
                  <a:lnTo>
                    <a:pt x="123913" y="88265"/>
                  </a:lnTo>
                  <a:lnTo>
                    <a:pt x="126072" y="85344"/>
                  </a:lnTo>
                  <a:lnTo>
                    <a:pt x="126072" y="81788"/>
                  </a:lnTo>
                  <a:lnTo>
                    <a:pt x="126072" y="2921"/>
                  </a:lnTo>
                  <a:close/>
                </a:path>
                <a:path w="197485" h="88264">
                  <a:moveTo>
                    <a:pt x="161036" y="2921"/>
                  </a:moveTo>
                  <a:lnTo>
                    <a:pt x="158877" y="0"/>
                  </a:lnTo>
                  <a:lnTo>
                    <a:pt x="143637" y="0"/>
                  </a:lnTo>
                  <a:lnTo>
                    <a:pt x="141478" y="2921"/>
                  </a:lnTo>
                  <a:lnTo>
                    <a:pt x="141478" y="85344"/>
                  </a:lnTo>
                  <a:lnTo>
                    <a:pt x="143637" y="88265"/>
                  </a:lnTo>
                  <a:lnTo>
                    <a:pt x="158877" y="88265"/>
                  </a:lnTo>
                  <a:lnTo>
                    <a:pt x="161036" y="85344"/>
                  </a:lnTo>
                  <a:lnTo>
                    <a:pt x="161036" y="81788"/>
                  </a:lnTo>
                  <a:lnTo>
                    <a:pt x="161036" y="2921"/>
                  </a:lnTo>
                  <a:close/>
                </a:path>
                <a:path w="197485" h="88264">
                  <a:moveTo>
                    <a:pt x="197256" y="2921"/>
                  </a:moveTo>
                  <a:lnTo>
                    <a:pt x="195097" y="0"/>
                  </a:lnTo>
                  <a:lnTo>
                    <a:pt x="179857" y="0"/>
                  </a:lnTo>
                  <a:lnTo>
                    <a:pt x="177698" y="2921"/>
                  </a:lnTo>
                  <a:lnTo>
                    <a:pt x="177698" y="85344"/>
                  </a:lnTo>
                  <a:lnTo>
                    <a:pt x="179857" y="88265"/>
                  </a:lnTo>
                  <a:lnTo>
                    <a:pt x="195097" y="88265"/>
                  </a:lnTo>
                  <a:lnTo>
                    <a:pt x="197256" y="85344"/>
                  </a:lnTo>
                  <a:lnTo>
                    <a:pt x="197256" y="81788"/>
                  </a:lnTo>
                  <a:lnTo>
                    <a:pt x="197256" y="2921"/>
                  </a:lnTo>
                  <a:close/>
                </a:path>
              </a:pathLst>
            </a:custGeom>
            <a:solidFill>
              <a:srgbClr val="3F5771"/>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34" name="object 30">
              <a:extLst>
                <a:ext uri="{FF2B5EF4-FFF2-40B4-BE49-F238E27FC236}">
                  <a16:creationId xmlns:a16="http://schemas.microsoft.com/office/drawing/2014/main" id="{7CBD4B45-1782-BA6B-D8D0-5EDB3AD52231}"/>
                </a:ext>
              </a:extLst>
            </p:cNvPr>
            <p:cNvSpPr/>
            <p:nvPr>
              <p:custDataLst>
                <p:tags r:id="rId30"/>
              </p:custDataLst>
            </p:nvPr>
          </p:nvSpPr>
          <p:spPr>
            <a:xfrm>
              <a:off x="3918706" y="5579521"/>
              <a:ext cx="370646" cy="128099"/>
            </a:xfrm>
            <a:custGeom>
              <a:avLst/>
              <a:gdLst/>
              <a:ahLst/>
              <a:cxnLst/>
              <a:rect l="l" t="t" r="r" b="b"/>
              <a:pathLst>
                <a:path w="448310" h="154939">
                  <a:moveTo>
                    <a:pt x="6349" y="0"/>
                  </a:moveTo>
                  <a:lnTo>
                    <a:pt x="2793" y="0"/>
                  </a:lnTo>
                  <a:lnTo>
                    <a:pt x="0" y="2921"/>
                  </a:lnTo>
                  <a:lnTo>
                    <a:pt x="0" y="151892"/>
                  </a:lnTo>
                  <a:lnTo>
                    <a:pt x="2793" y="154813"/>
                  </a:lnTo>
                  <a:lnTo>
                    <a:pt x="445261" y="154813"/>
                  </a:lnTo>
                  <a:lnTo>
                    <a:pt x="448182" y="151892"/>
                  </a:lnTo>
                  <a:lnTo>
                    <a:pt x="448182" y="148336"/>
                  </a:lnTo>
                  <a:lnTo>
                    <a:pt x="6349" y="0"/>
                  </a:lnTo>
                  <a:close/>
                </a:path>
              </a:pathLst>
            </a:custGeom>
            <a:solidFill>
              <a:srgbClr val="4BADBB"/>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35" name="object 31">
              <a:extLst>
                <a:ext uri="{FF2B5EF4-FFF2-40B4-BE49-F238E27FC236}">
                  <a16:creationId xmlns:a16="http://schemas.microsoft.com/office/drawing/2014/main" id="{ACB86982-55B7-39E3-8693-FA3BD0CD4417}"/>
                </a:ext>
              </a:extLst>
            </p:cNvPr>
            <p:cNvSpPr/>
            <p:nvPr>
              <p:custDataLst>
                <p:tags r:id="rId31"/>
              </p:custDataLst>
            </p:nvPr>
          </p:nvSpPr>
          <p:spPr>
            <a:xfrm>
              <a:off x="4193079" y="5622340"/>
              <a:ext cx="29925" cy="29400"/>
            </a:xfrm>
            <a:custGeom>
              <a:avLst/>
              <a:gdLst/>
              <a:ahLst/>
              <a:cxnLst/>
              <a:rect l="l" t="t" r="r" b="b"/>
              <a:pathLst>
                <a:path w="36195" h="35560">
                  <a:moveTo>
                    <a:pt x="27686" y="0"/>
                  </a:moveTo>
                  <a:lnTo>
                    <a:pt x="8001" y="0"/>
                  </a:lnTo>
                  <a:lnTo>
                    <a:pt x="0" y="7746"/>
                  </a:lnTo>
                  <a:lnTo>
                    <a:pt x="0" y="27431"/>
                  </a:lnTo>
                  <a:lnTo>
                    <a:pt x="8001" y="35305"/>
                  </a:lnTo>
                  <a:lnTo>
                    <a:pt x="27686" y="35305"/>
                  </a:lnTo>
                  <a:lnTo>
                    <a:pt x="35687" y="27431"/>
                  </a:lnTo>
                  <a:lnTo>
                    <a:pt x="35687" y="17652"/>
                  </a:lnTo>
                  <a:lnTo>
                    <a:pt x="35687" y="7746"/>
                  </a:lnTo>
                  <a:lnTo>
                    <a:pt x="27686" y="0"/>
                  </a:lnTo>
                  <a:close/>
                </a:path>
              </a:pathLst>
            </a:custGeom>
            <a:solidFill>
              <a:srgbClr val="F3C066"/>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36" name="object 32">
              <a:extLst>
                <a:ext uri="{FF2B5EF4-FFF2-40B4-BE49-F238E27FC236}">
                  <a16:creationId xmlns:a16="http://schemas.microsoft.com/office/drawing/2014/main" id="{A866855D-4DD0-1DDD-D4CC-227C7767F1EB}"/>
                </a:ext>
              </a:extLst>
            </p:cNvPr>
            <p:cNvSpPr/>
            <p:nvPr>
              <p:custDataLst>
                <p:tags r:id="rId32"/>
              </p:custDataLst>
            </p:nvPr>
          </p:nvSpPr>
          <p:spPr>
            <a:xfrm>
              <a:off x="4150187" y="5622340"/>
              <a:ext cx="29925" cy="29400"/>
            </a:xfrm>
            <a:custGeom>
              <a:avLst/>
              <a:gdLst/>
              <a:ahLst/>
              <a:cxnLst/>
              <a:rect l="l" t="t" r="r" b="b"/>
              <a:pathLst>
                <a:path w="36195" h="35560">
                  <a:moveTo>
                    <a:pt x="27686" y="0"/>
                  </a:moveTo>
                  <a:lnTo>
                    <a:pt x="8001" y="0"/>
                  </a:lnTo>
                  <a:lnTo>
                    <a:pt x="0" y="7746"/>
                  </a:lnTo>
                  <a:lnTo>
                    <a:pt x="0" y="27431"/>
                  </a:lnTo>
                  <a:lnTo>
                    <a:pt x="8001" y="35305"/>
                  </a:lnTo>
                  <a:lnTo>
                    <a:pt x="27686" y="35305"/>
                  </a:lnTo>
                  <a:lnTo>
                    <a:pt x="35687" y="27431"/>
                  </a:lnTo>
                  <a:lnTo>
                    <a:pt x="35687" y="17652"/>
                  </a:lnTo>
                  <a:lnTo>
                    <a:pt x="35687" y="7746"/>
                  </a:lnTo>
                  <a:lnTo>
                    <a:pt x="27686" y="0"/>
                  </a:lnTo>
                  <a:close/>
                </a:path>
              </a:pathLst>
            </a:custGeom>
            <a:solidFill>
              <a:srgbClr val="D77258"/>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37" name="object 33">
              <a:extLst>
                <a:ext uri="{FF2B5EF4-FFF2-40B4-BE49-F238E27FC236}">
                  <a16:creationId xmlns:a16="http://schemas.microsoft.com/office/drawing/2014/main" id="{08A9DB9E-4D77-C635-43BC-9AE2C62A8C20}"/>
                </a:ext>
              </a:extLst>
            </p:cNvPr>
            <p:cNvSpPr/>
            <p:nvPr>
              <p:custDataLst>
                <p:tags r:id="rId33"/>
              </p:custDataLst>
            </p:nvPr>
          </p:nvSpPr>
          <p:spPr>
            <a:xfrm>
              <a:off x="3937900" y="5604437"/>
              <a:ext cx="163273" cy="72974"/>
            </a:xfrm>
            <a:custGeom>
              <a:avLst/>
              <a:gdLst/>
              <a:ahLst/>
              <a:cxnLst/>
              <a:rect l="l" t="t" r="r" b="b"/>
              <a:pathLst>
                <a:path w="197485" h="88264">
                  <a:moveTo>
                    <a:pt x="19558" y="2921"/>
                  </a:moveTo>
                  <a:lnTo>
                    <a:pt x="17399" y="0"/>
                  </a:lnTo>
                  <a:lnTo>
                    <a:pt x="2159" y="0"/>
                  </a:lnTo>
                  <a:lnTo>
                    <a:pt x="0" y="2921"/>
                  </a:lnTo>
                  <a:lnTo>
                    <a:pt x="0" y="85344"/>
                  </a:lnTo>
                  <a:lnTo>
                    <a:pt x="2159" y="88265"/>
                  </a:lnTo>
                  <a:lnTo>
                    <a:pt x="17399" y="88265"/>
                  </a:lnTo>
                  <a:lnTo>
                    <a:pt x="19558" y="85344"/>
                  </a:lnTo>
                  <a:lnTo>
                    <a:pt x="19558" y="81788"/>
                  </a:lnTo>
                  <a:lnTo>
                    <a:pt x="19558" y="2921"/>
                  </a:lnTo>
                  <a:close/>
                </a:path>
                <a:path w="197485" h="88264">
                  <a:moveTo>
                    <a:pt x="54495" y="2921"/>
                  </a:moveTo>
                  <a:lnTo>
                    <a:pt x="52336" y="0"/>
                  </a:lnTo>
                  <a:lnTo>
                    <a:pt x="37096" y="0"/>
                  </a:lnTo>
                  <a:lnTo>
                    <a:pt x="34937" y="2921"/>
                  </a:lnTo>
                  <a:lnTo>
                    <a:pt x="34937" y="85344"/>
                  </a:lnTo>
                  <a:lnTo>
                    <a:pt x="37096" y="88265"/>
                  </a:lnTo>
                  <a:lnTo>
                    <a:pt x="52336" y="88265"/>
                  </a:lnTo>
                  <a:lnTo>
                    <a:pt x="54495" y="85344"/>
                  </a:lnTo>
                  <a:lnTo>
                    <a:pt x="54495" y="81788"/>
                  </a:lnTo>
                  <a:lnTo>
                    <a:pt x="54495" y="2921"/>
                  </a:lnTo>
                  <a:close/>
                </a:path>
                <a:path w="197485" h="88264">
                  <a:moveTo>
                    <a:pt x="89852" y="2921"/>
                  </a:moveTo>
                  <a:lnTo>
                    <a:pt x="87693" y="0"/>
                  </a:lnTo>
                  <a:lnTo>
                    <a:pt x="72453" y="0"/>
                  </a:lnTo>
                  <a:lnTo>
                    <a:pt x="70294" y="2921"/>
                  </a:lnTo>
                  <a:lnTo>
                    <a:pt x="70294" y="85344"/>
                  </a:lnTo>
                  <a:lnTo>
                    <a:pt x="72453" y="88265"/>
                  </a:lnTo>
                  <a:lnTo>
                    <a:pt x="87693" y="88265"/>
                  </a:lnTo>
                  <a:lnTo>
                    <a:pt x="89852" y="85344"/>
                  </a:lnTo>
                  <a:lnTo>
                    <a:pt x="89852" y="81788"/>
                  </a:lnTo>
                  <a:lnTo>
                    <a:pt x="89852" y="2921"/>
                  </a:lnTo>
                  <a:close/>
                </a:path>
                <a:path w="197485" h="88264">
                  <a:moveTo>
                    <a:pt x="126072" y="2921"/>
                  </a:moveTo>
                  <a:lnTo>
                    <a:pt x="123913" y="0"/>
                  </a:lnTo>
                  <a:lnTo>
                    <a:pt x="108673" y="0"/>
                  </a:lnTo>
                  <a:lnTo>
                    <a:pt x="106514" y="2921"/>
                  </a:lnTo>
                  <a:lnTo>
                    <a:pt x="106514" y="85344"/>
                  </a:lnTo>
                  <a:lnTo>
                    <a:pt x="108673" y="88265"/>
                  </a:lnTo>
                  <a:lnTo>
                    <a:pt x="123913" y="88265"/>
                  </a:lnTo>
                  <a:lnTo>
                    <a:pt x="126072" y="85344"/>
                  </a:lnTo>
                  <a:lnTo>
                    <a:pt x="126072" y="81788"/>
                  </a:lnTo>
                  <a:lnTo>
                    <a:pt x="126072" y="2921"/>
                  </a:lnTo>
                  <a:close/>
                </a:path>
                <a:path w="197485" h="88264">
                  <a:moveTo>
                    <a:pt x="161036" y="2921"/>
                  </a:moveTo>
                  <a:lnTo>
                    <a:pt x="158877" y="0"/>
                  </a:lnTo>
                  <a:lnTo>
                    <a:pt x="143637" y="0"/>
                  </a:lnTo>
                  <a:lnTo>
                    <a:pt x="141478" y="2921"/>
                  </a:lnTo>
                  <a:lnTo>
                    <a:pt x="141478" y="85344"/>
                  </a:lnTo>
                  <a:lnTo>
                    <a:pt x="143637" y="88265"/>
                  </a:lnTo>
                  <a:lnTo>
                    <a:pt x="158877" y="88265"/>
                  </a:lnTo>
                  <a:lnTo>
                    <a:pt x="161036" y="85344"/>
                  </a:lnTo>
                  <a:lnTo>
                    <a:pt x="161036" y="81788"/>
                  </a:lnTo>
                  <a:lnTo>
                    <a:pt x="161036" y="2921"/>
                  </a:lnTo>
                  <a:close/>
                </a:path>
                <a:path w="197485" h="88264">
                  <a:moveTo>
                    <a:pt x="197256" y="2921"/>
                  </a:moveTo>
                  <a:lnTo>
                    <a:pt x="195097" y="0"/>
                  </a:lnTo>
                  <a:lnTo>
                    <a:pt x="179857" y="0"/>
                  </a:lnTo>
                  <a:lnTo>
                    <a:pt x="177698" y="2921"/>
                  </a:lnTo>
                  <a:lnTo>
                    <a:pt x="177698" y="85344"/>
                  </a:lnTo>
                  <a:lnTo>
                    <a:pt x="179857" y="88265"/>
                  </a:lnTo>
                  <a:lnTo>
                    <a:pt x="195097" y="88265"/>
                  </a:lnTo>
                  <a:lnTo>
                    <a:pt x="197256" y="85344"/>
                  </a:lnTo>
                  <a:lnTo>
                    <a:pt x="197256" y="81788"/>
                  </a:lnTo>
                  <a:lnTo>
                    <a:pt x="197256" y="2921"/>
                  </a:lnTo>
                  <a:close/>
                </a:path>
              </a:pathLst>
            </a:custGeom>
            <a:solidFill>
              <a:srgbClr val="3F5771"/>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38" name="object 34">
              <a:extLst>
                <a:ext uri="{FF2B5EF4-FFF2-40B4-BE49-F238E27FC236}">
                  <a16:creationId xmlns:a16="http://schemas.microsoft.com/office/drawing/2014/main" id="{004DC6D0-E081-39D9-AF12-A84FB3DE489E}"/>
                </a:ext>
              </a:extLst>
            </p:cNvPr>
            <p:cNvSpPr/>
            <p:nvPr>
              <p:custDataLst>
                <p:tags r:id="rId34"/>
              </p:custDataLst>
            </p:nvPr>
          </p:nvSpPr>
          <p:spPr>
            <a:xfrm>
              <a:off x="3918706" y="5731928"/>
              <a:ext cx="370646" cy="128099"/>
            </a:xfrm>
            <a:custGeom>
              <a:avLst/>
              <a:gdLst/>
              <a:ahLst/>
              <a:cxnLst/>
              <a:rect l="l" t="t" r="r" b="b"/>
              <a:pathLst>
                <a:path w="448310" h="154939">
                  <a:moveTo>
                    <a:pt x="445261" y="0"/>
                  </a:moveTo>
                  <a:lnTo>
                    <a:pt x="2793" y="0"/>
                  </a:lnTo>
                  <a:lnTo>
                    <a:pt x="0" y="2921"/>
                  </a:lnTo>
                  <a:lnTo>
                    <a:pt x="0" y="151892"/>
                  </a:lnTo>
                  <a:lnTo>
                    <a:pt x="2793" y="154813"/>
                  </a:lnTo>
                  <a:lnTo>
                    <a:pt x="445261" y="154813"/>
                  </a:lnTo>
                  <a:lnTo>
                    <a:pt x="448182" y="151892"/>
                  </a:lnTo>
                  <a:lnTo>
                    <a:pt x="448182" y="148336"/>
                  </a:lnTo>
                  <a:lnTo>
                    <a:pt x="448182" y="2921"/>
                  </a:lnTo>
                  <a:lnTo>
                    <a:pt x="445261" y="0"/>
                  </a:lnTo>
                  <a:close/>
                </a:path>
              </a:pathLst>
            </a:custGeom>
            <a:solidFill>
              <a:srgbClr val="3EA9B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39" name="object 35">
              <a:extLst>
                <a:ext uri="{FF2B5EF4-FFF2-40B4-BE49-F238E27FC236}">
                  <a16:creationId xmlns:a16="http://schemas.microsoft.com/office/drawing/2014/main" id="{E2F24FF2-718A-E445-883F-BE090AE901C9}"/>
                </a:ext>
              </a:extLst>
            </p:cNvPr>
            <p:cNvSpPr/>
            <p:nvPr>
              <p:custDataLst>
                <p:tags r:id="rId35"/>
              </p:custDataLst>
            </p:nvPr>
          </p:nvSpPr>
          <p:spPr>
            <a:xfrm>
              <a:off x="3918706" y="5731928"/>
              <a:ext cx="370646" cy="128099"/>
            </a:xfrm>
            <a:custGeom>
              <a:avLst/>
              <a:gdLst/>
              <a:ahLst/>
              <a:cxnLst/>
              <a:rect l="l" t="t" r="r" b="b"/>
              <a:pathLst>
                <a:path w="448310" h="154939">
                  <a:moveTo>
                    <a:pt x="6349" y="0"/>
                  </a:moveTo>
                  <a:lnTo>
                    <a:pt x="2793" y="0"/>
                  </a:lnTo>
                  <a:lnTo>
                    <a:pt x="0" y="2921"/>
                  </a:lnTo>
                  <a:lnTo>
                    <a:pt x="0" y="151892"/>
                  </a:lnTo>
                  <a:lnTo>
                    <a:pt x="2793" y="154813"/>
                  </a:lnTo>
                  <a:lnTo>
                    <a:pt x="445261" y="154813"/>
                  </a:lnTo>
                  <a:lnTo>
                    <a:pt x="448182" y="151892"/>
                  </a:lnTo>
                  <a:lnTo>
                    <a:pt x="448182" y="148336"/>
                  </a:lnTo>
                  <a:lnTo>
                    <a:pt x="6349" y="0"/>
                  </a:lnTo>
                  <a:close/>
                </a:path>
              </a:pathLst>
            </a:custGeom>
            <a:solidFill>
              <a:srgbClr val="4BADBB"/>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40" name="object 36">
              <a:extLst>
                <a:ext uri="{FF2B5EF4-FFF2-40B4-BE49-F238E27FC236}">
                  <a16:creationId xmlns:a16="http://schemas.microsoft.com/office/drawing/2014/main" id="{79118187-2784-6987-D792-A25C95AF46BD}"/>
                </a:ext>
              </a:extLst>
            </p:cNvPr>
            <p:cNvSpPr/>
            <p:nvPr>
              <p:custDataLst>
                <p:tags r:id="rId36"/>
              </p:custDataLst>
            </p:nvPr>
          </p:nvSpPr>
          <p:spPr>
            <a:xfrm>
              <a:off x="4236276" y="5774746"/>
              <a:ext cx="29925" cy="29400"/>
            </a:xfrm>
            <a:custGeom>
              <a:avLst/>
              <a:gdLst/>
              <a:ahLst/>
              <a:cxnLst/>
              <a:rect l="l" t="t" r="r" b="b"/>
              <a:pathLst>
                <a:path w="36195" h="35560">
                  <a:moveTo>
                    <a:pt x="27686" y="0"/>
                  </a:moveTo>
                  <a:lnTo>
                    <a:pt x="8001" y="0"/>
                  </a:lnTo>
                  <a:lnTo>
                    <a:pt x="0" y="7746"/>
                  </a:lnTo>
                  <a:lnTo>
                    <a:pt x="0" y="27558"/>
                  </a:lnTo>
                  <a:lnTo>
                    <a:pt x="8001" y="35305"/>
                  </a:lnTo>
                  <a:lnTo>
                    <a:pt x="27686" y="35305"/>
                  </a:lnTo>
                  <a:lnTo>
                    <a:pt x="35687" y="27558"/>
                  </a:lnTo>
                  <a:lnTo>
                    <a:pt x="35687" y="17652"/>
                  </a:lnTo>
                  <a:lnTo>
                    <a:pt x="35687" y="7746"/>
                  </a:lnTo>
                  <a:lnTo>
                    <a:pt x="27686" y="0"/>
                  </a:lnTo>
                  <a:close/>
                </a:path>
              </a:pathLst>
            </a:custGeom>
            <a:solidFill>
              <a:srgbClr val="7BC79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41" name="object 37">
              <a:extLst>
                <a:ext uri="{FF2B5EF4-FFF2-40B4-BE49-F238E27FC236}">
                  <a16:creationId xmlns:a16="http://schemas.microsoft.com/office/drawing/2014/main" id="{45D6DB1C-D6B5-3891-FBEA-C35478B852DB}"/>
                </a:ext>
              </a:extLst>
            </p:cNvPr>
            <p:cNvSpPr/>
            <p:nvPr>
              <p:custDataLst>
                <p:tags r:id="rId37"/>
              </p:custDataLst>
            </p:nvPr>
          </p:nvSpPr>
          <p:spPr>
            <a:xfrm>
              <a:off x="4193079" y="5774746"/>
              <a:ext cx="29925" cy="29400"/>
            </a:xfrm>
            <a:custGeom>
              <a:avLst/>
              <a:gdLst/>
              <a:ahLst/>
              <a:cxnLst/>
              <a:rect l="l" t="t" r="r" b="b"/>
              <a:pathLst>
                <a:path w="36195" h="35560">
                  <a:moveTo>
                    <a:pt x="27686" y="0"/>
                  </a:moveTo>
                  <a:lnTo>
                    <a:pt x="8001" y="0"/>
                  </a:lnTo>
                  <a:lnTo>
                    <a:pt x="0" y="7746"/>
                  </a:lnTo>
                  <a:lnTo>
                    <a:pt x="0" y="27558"/>
                  </a:lnTo>
                  <a:lnTo>
                    <a:pt x="8001" y="35305"/>
                  </a:lnTo>
                  <a:lnTo>
                    <a:pt x="27686" y="35305"/>
                  </a:lnTo>
                  <a:lnTo>
                    <a:pt x="35687" y="27558"/>
                  </a:lnTo>
                  <a:lnTo>
                    <a:pt x="35687" y="17652"/>
                  </a:lnTo>
                  <a:lnTo>
                    <a:pt x="35687" y="7746"/>
                  </a:lnTo>
                  <a:lnTo>
                    <a:pt x="27686" y="0"/>
                  </a:lnTo>
                  <a:close/>
                </a:path>
              </a:pathLst>
            </a:custGeom>
            <a:solidFill>
              <a:srgbClr val="F3C066"/>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42" name="object 38">
              <a:extLst>
                <a:ext uri="{FF2B5EF4-FFF2-40B4-BE49-F238E27FC236}">
                  <a16:creationId xmlns:a16="http://schemas.microsoft.com/office/drawing/2014/main" id="{CB62D41D-D351-754E-6F50-E65966EC79DE}"/>
                </a:ext>
              </a:extLst>
            </p:cNvPr>
            <p:cNvSpPr/>
            <p:nvPr>
              <p:custDataLst>
                <p:tags r:id="rId38"/>
              </p:custDataLst>
            </p:nvPr>
          </p:nvSpPr>
          <p:spPr>
            <a:xfrm>
              <a:off x="4150187" y="5774746"/>
              <a:ext cx="29925" cy="29400"/>
            </a:xfrm>
            <a:custGeom>
              <a:avLst/>
              <a:gdLst/>
              <a:ahLst/>
              <a:cxnLst/>
              <a:rect l="l" t="t" r="r" b="b"/>
              <a:pathLst>
                <a:path w="36195" h="35560">
                  <a:moveTo>
                    <a:pt x="27686" y="0"/>
                  </a:moveTo>
                  <a:lnTo>
                    <a:pt x="8001" y="0"/>
                  </a:lnTo>
                  <a:lnTo>
                    <a:pt x="0" y="7746"/>
                  </a:lnTo>
                  <a:lnTo>
                    <a:pt x="0" y="27558"/>
                  </a:lnTo>
                  <a:lnTo>
                    <a:pt x="8001" y="35305"/>
                  </a:lnTo>
                  <a:lnTo>
                    <a:pt x="27686" y="35305"/>
                  </a:lnTo>
                  <a:lnTo>
                    <a:pt x="35687" y="27558"/>
                  </a:lnTo>
                  <a:lnTo>
                    <a:pt x="35687" y="17652"/>
                  </a:lnTo>
                  <a:lnTo>
                    <a:pt x="35687" y="7746"/>
                  </a:lnTo>
                  <a:lnTo>
                    <a:pt x="27686" y="0"/>
                  </a:lnTo>
                  <a:close/>
                </a:path>
              </a:pathLst>
            </a:custGeom>
            <a:solidFill>
              <a:srgbClr val="D77258"/>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43" name="object 39">
              <a:extLst>
                <a:ext uri="{FF2B5EF4-FFF2-40B4-BE49-F238E27FC236}">
                  <a16:creationId xmlns:a16="http://schemas.microsoft.com/office/drawing/2014/main" id="{F84296B8-720E-322A-ADD0-25FD7EFA3AA4}"/>
                </a:ext>
              </a:extLst>
            </p:cNvPr>
            <p:cNvSpPr/>
            <p:nvPr>
              <p:custDataLst>
                <p:tags r:id="rId39"/>
              </p:custDataLst>
            </p:nvPr>
          </p:nvSpPr>
          <p:spPr>
            <a:xfrm>
              <a:off x="3937900" y="5555088"/>
              <a:ext cx="309747" cy="329697"/>
            </a:xfrm>
            <a:custGeom>
              <a:avLst/>
              <a:gdLst/>
              <a:ahLst/>
              <a:cxnLst/>
              <a:rect l="l" t="t" r="r" b="b"/>
              <a:pathLst>
                <a:path w="374650" h="398779">
                  <a:moveTo>
                    <a:pt x="19558" y="246951"/>
                  </a:moveTo>
                  <a:lnTo>
                    <a:pt x="17399" y="244030"/>
                  </a:lnTo>
                  <a:lnTo>
                    <a:pt x="2159" y="244030"/>
                  </a:lnTo>
                  <a:lnTo>
                    <a:pt x="0" y="246951"/>
                  </a:lnTo>
                  <a:lnTo>
                    <a:pt x="0" y="329374"/>
                  </a:lnTo>
                  <a:lnTo>
                    <a:pt x="2159" y="332295"/>
                  </a:lnTo>
                  <a:lnTo>
                    <a:pt x="17399" y="332295"/>
                  </a:lnTo>
                  <a:lnTo>
                    <a:pt x="19558" y="329374"/>
                  </a:lnTo>
                  <a:lnTo>
                    <a:pt x="19558" y="325818"/>
                  </a:lnTo>
                  <a:lnTo>
                    <a:pt x="19558" y="246951"/>
                  </a:lnTo>
                  <a:close/>
                </a:path>
                <a:path w="374650" h="398779">
                  <a:moveTo>
                    <a:pt x="54495" y="246951"/>
                  </a:moveTo>
                  <a:lnTo>
                    <a:pt x="52336" y="244030"/>
                  </a:lnTo>
                  <a:lnTo>
                    <a:pt x="37096" y="244030"/>
                  </a:lnTo>
                  <a:lnTo>
                    <a:pt x="34937" y="246951"/>
                  </a:lnTo>
                  <a:lnTo>
                    <a:pt x="34937" y="329374"/>
                  </a:lnTo>
                  <a:lnTo>
                    <a:pt x="37096" y="332295"/>
                  </a:lnTo>
                  <a:lnTo>
                    <a:pt x="52336" y="332295"/>
                  </a:lnTo>
                  <a:lnTo>
                    <a:pt x="54495" y="329374"/>
                  </a:lnTo>
                  <a:lnTo>
                    <a:pt x="54495" y="325818"/>
                  </a:lnTo>
                  <a:lnTo>
                    <a:pt x="54495" y="246951"/>
                  </a:lnTo>
                  <a:close/>
                </a:path>
                <a:path w="374650" h="398779">
                  <a:moveTo>
                    <a:pt x="89852" y="246951"/>
                  </a:moveTo>
                  <a:lnTo>
                    <a:pt x="87693" y="244030"/>
                  </a:lnTo>
                  <a:lnTo>
                    <a:pt x="72453" y="244030"/>
                  </a:lnTo>
                  <a:lnTo>
                    <a:pt x="70294" y="246951"/>
                  </a:lnTo>
                  <a:lnTo>
                    <a:pt x="70294" y="329374"/>
                  </a:lnTo>
                  <a:lnTo>
                    <a:pt x="72453" y="332295"/>
                  </a:lnTo>
                  <a:lnTo>
                    <a:pt x="87693" y="332295"/>
                  </a:lnTo>
                  <a:lnTo>
                    <a:pt x="89852" y="329374"/>
                  </a:lnTo>
                  <a:lnTo>
                    <a:pt x="89852" y="325818"/>
                  </a:lnTo>
                  <a:lnTo>
                    <a:pt x="89852" y="246951"/>
                  </a:lnTo>
                  <a:close/>
                </a:path>
                <a:path w="374650" h="398779">
                  <a:moveTo>
                    <a:pt x="126072" y="246951"/>
                  </a:moveTo>
                  <a:lnTo>
                    <a:pt x="123913" y="244030"/>
                  </a:lnTo>
                  <a:lnTo>
                    <a:pt x="108673" y="244030"/>
                  </a:lnTo>
                  <a:lnTo>
                    <a:pt x="106514" y="246951"/>
                  </a:lnTo>
                  <a:lnTo>
                    <a:pt x="106514" y="329374"/>
                  </a:lnTo>
                  <a:lnTo>
                    <a:pt x="108673" y="332295"/>
                  </a:lnTo>
                  <a:lnTo>
                    <a:pt x="123913" y="332295"/>
                  </a:lnTo>
                  <a:lnTo>
                    <a:pt x="126072" y="329374"/>
                  </a:lnTo>
                  <a:lnTo>
                    <a:pt x="126072" y="325818"/>
                  </a:lnTo>
                  <a:lnTo>
                    <a:pt x="126072" y="246951"/>
                  </a:lnTo>
                  <a:close/>
                </a:path>
                <a:path w="374650" h="398779">
                  <a:moveTo>
                    <a:pt x="161036" y="246951"/>
                  </a:moveTo>
                  <a:lnTo>
                    <a:pt x="158877" y="244030"/>
                  </a:lnTo>
                  <a:lnTo>
                    <a:pt x="143637" y="244030"/>
                  </a:lnTo>
                  <a:lnTo>
                    <a:pt x="141478" y="246951"/>
                  </a:lnTo>
                  <a:lnTo>
                    <a:pt x="141478" y="329374"/>
                  </a:lnTo>
                  <a:lnTo>
                    <a:pt x="143637" y="332295"/>
                  </a:lnTo>
                  <a:lnTo>
                    <a:pt x="158877" y="332295"/>
                  </a:lnTo>
                  <a:lnTo>
                    <a:pt x="161036" y="329374"/>
                  </a:lnTo>
                  <a:lnTo>
                    <a:pt x="161036" y="325818"/>
                  </a:lnTo>
                  <a:lnTo>
                    <a:pt x="161036" y="246951"/>
                  </a:lnTo>
                  <a:close/>
                </a:path>
                <a:path w="374650" h="398779">
                  <a:moveTo>
                    <a:pt x="197256" y="246951"/>
                  </a:moveTo>
                  <a:lnTo>
                    <a:pt x="195097" y="244030"/>
                  </a:lnTo>
                  <a:lnTo>
                    <a:pt x="179857" y="244030"/>
                  </a:lnTo>
                  <a:lnTo>
                    <a:pt x="177698" y="246951"/>
                  </a:lnTo>
                  <a:lnTo>
                    <a:pt x="177698" y="329374"/>
                  </a:lnTo>
                  <a:lnTo>
                    <a:pt x="179857" y="332295"/>
                  </a:lnTo>
                  <a:lnTo>
                    <a:pt x="195097" y="332295"/>
                  </a:lnTo>
                  <a:lnTo>
                    <a:pt x="197256" y="329374"/>
                  </a:lnTo>
                  <a:lnTo>
                    <a:pt x="197256" y="325818"/>
                  </a:lnTo>
                  <a:lnTo>
                    <a:pt x="197256" y="246951"/>
                  </a:lnTo>
                  <a:close/>
                </a:path>
                <a:path w="374650" h="398779">
                  <a:moveTo>
                    <a:pt x="374637" y="368681"/>
                  </a:moveTo>
                  <a:lnTo>
                    <a:pt x="26911" y="368681"/>
                  </a:lnTo>
                  <a:lnTo>
                    <a:pt x="26911" y="398272"/>
                  </a:lnTo>
                  <a:lnTo>
                    <a:pt x="374637" y="398272"/>
                  </a:lnTo>
                  <a:lnTo>
                    <a:pt x="374637" y="368681"/>
                  </a:lnTo>
                  <a:close/>
                </a:path>
                <a:path w="374650" h="398779">
                  <a:moveTo>
                    <a:pt x="374637" y="184340"/>
                  </a:moveTo>
                  <a:lnTo>
                    <a:pt x="26911" y="184340"/>
                  </a:lnTo>
                  <a:lnTo>
                    <a:pt x="26911" y="213931"/>
                  </a:lnTo>
                  <a:lnTo>
                    <a:pt x="374637" y="213931"/>
                  </a:lnTo>
                  <a:lnTo>
                    <a:pt x="374637" y="184340"/>
                  </a:lnTo>
                  <a:close/>
                </a:path>
                <a:path w="374650" h="398779">
                  <a:moveTo>
                    <a:pt x="374637" y="0"/>
                  </a:moveTo>
                  <a:lnTo>
                    <a:pt x="26911" y="0"/>
                  </a:lnTo>
                  <a:lnTo>
                    <a:pt x="26911" y="29591"/>
                  </a:lnTo>
                  <a:lnTo>
                    <a:pt x="374637" y="29591"/>
                  </a:lnTo>
                  <a:lnTo>
                    <a:pt x="374637" y="0"/>
                  </a:lnTo>
                  <a:close/>
                </a:path>
              </a:pathLst>
            </a:custGeom>
            <a:solidFill>
              <a:srgbClr val="3F5771"/>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44" name="object 40">
              <a:extLst>
                <a:ext uri="{FF2B5EF4-FFF2-40B4-BE49-F238E27FC236}">
                  <a16:creationId xmlns:a16="http://schemas.microsoft.com/office/drawing/2014/main" id="{61DE2704-3738-D83F-E45A-60C56DC8A95A}"/>
                </a:ext>
              </a:extLst>
            </p:cNvPr>
            <p:cNvSpPr/>
            <p:nvPr>
              <p:custDataLst>
                <p:tags r:id="rId40"/>
              </p:custDataLst>
            </p:nvPr>
          </p:nvSpPr>
          <p:spPr>
            <a:xfrm>
              <a:off x="4150365" y="5622161"/>
              <a:ext cx="14700" cy="182173"/>
            </a:xfrm>
            <a:custGeom>
              <a:avLst/>
              <a:gdLst/>
              <a:ahLst/>
              <a:cxnLst/>
              <a:rect l="l" t="t" r="r" b="b"/>
              <a:pathLst>
                <a:path w="17779" h="220345">
                  <a:moveTo>
                    <a:pt x="17653" y="184340"/>
                  </a:moveTo>
                  <a:lnTo>
                    <a:pt x="7747" y="184340"/>
                  </a:lnTo>
                  <a:lnTo>
                    <a:pt x="0" y="192341"/>
                  </a:lnTo>
                  <a:lnTo>
                    <a:pt x="0" y="212026"/>
                  </a:lnTo>
                  <a:lnTo>
                    <a:pt x="7747" y="220027"/>
                  </a:lnTo>
                  <a:lnTo>
                    <a:pt x="17653" y="220027"/>
                  </a:lnTo>
                  <a:lnTo>
                    <a:pt x="17653" y="184340"/>
                  </a:lnTo>
                  <a:close/>
                </a:path>
                <a:path w="17779" h="220345">
                  <a:moveTo>
                    <a:pt x="17653" y="0"/>
                  </a:moveTo>
                  <a:lnTo>
                    <a:pt x="7747" y="0"/>
                  </a:lnTo>
                  <a:lnTo>
                    <a:pt x="0" y="8001"/>
                  </a:lnTo>
                  <a:lnTo>
                    <a:pt x="0" y="27686"/>
                  </a:lnTo>
                  <a:lnTo>
                    <a:pt x="7747" y="35687"/>
                  </a:lnTo>
                  <a:lnTo>
                    <a:pt x="17653" y="35687"/>
                  </a:lnTo>
                  <a:lnTo>
                    <a:pt x="17653" y="0"/>
                  </a:lnTo>
                  <a:close/>
                </a:path>
              </a:pathLst>
            </a:custGeom>
            <a:solidFill>
              <a:srgbClr val="F47C5E"/>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45" name="object 41">
              <a:extLst>
                <a:ext uri="{FF2B5EF4-FFF2-40B4-BE49-F238E27FC236}">
                  <a16:creationId xmlns:a16="http://schemas.microsoft.com/office/drawing/2014/main" id="{348EA81A-4FBF-C7DF-7C52-CDCF332AC481}"/>
                </a:ext>
              </a:extLst>
            </p:cNvPr>
            <p:cNvSpPr/>
            <p:nvPr>
              <p:custDataLst>
                <p:tags r:id="rId41"/>
              </p:custDataLst>
            </p:nvPr>
          </p:nvSpPr>
          <p:spPr>
            <a:xfrm>
              <a:off x="4193247" y="5621930"/>
              <a:ext cx="14700" cy="182173"/>
            </a:xfrm>
            <a:custGeom>
              <a:avLst/>
              <a:gdLst/>
              <a:ahLst/>
              <a:cxnLst/>
              <a:rect l="l" t="t" r="r" b="b"/>
              <a:pathLst>
                <a:path w="17779" h="220345">
                  <a:moveTo>
                    <a:pt x="17653" y="184619"/>
                  </a:moveTo>
                  <a:lnTo>
                    <a:pt x="7747" y="184619"/>
                  </a:lnTo>
                  <a:lnTo>
                    <a:pt x="0" y="192620"/>
                  </a:lnTo>
                  <a:lnTo>
                    <a:pt x="0" y="212305"/>
                  </a:lnTo>
                  <a:lnTo>
                    <a:pt x="7747" y="220306"/>
                  </a:lnTo>
                  <a:lnTo>
                    <a:pt x="17653" y="220306"/>
                  </a:lnTo>
                  <a:lnTo>
                    <a:pt x="17653" y="184619"/>
                  </a:lnTo>
                  <a:close/>
                </a:path>
                <a:path w="17779" h="220345">
                  <a:moveTo>
                    <a:pt x="17653" y="0"/>
                  </a:moveTo>
                  <a:lnTo>
                    <a:pt x="7747" y="0"/>
                  </a:lnTo>
                  <a:lnTo>
                    <a:pt x="0" y="8001"/>
                  </a:lnTo>
                  <a:lnTo>
                    <a:pt x="0" y="27686"/>
                  </a:lnTo>
                  <a:lnTo>
                    <a:pt x="7747" y="35687"/>
                  </a:lnTo>
                  <a:lnTo>
                    <a:pt x="17653" y="35687"/>
                  </a:lnTo>
                  <a:lnTo>
                    <a:pt x="17653" y="0"/>
                  </a:lnTo>
                  <a:close/>
                </a:path>
              </a:pathLst>
            </a:custGeom>
            <a:solidFill>
              <a:srgbClr val="F6CD74"/>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46" name="object 42">
              <a:extLst>
                <a:ext uri="{FF2B5EF4-FFF2-40B4-BE49-F238E27FC236}">
                  <a16:creationId xmlns:a16="http://schemas.microsoft.com/office/drawing/2014/main" id="{FD434F9F-7DF8-C7F6-1BFC-D5FCF810F000}"/>
                </a:ext>
              </a:extLst>
            </p:cNvPr>
            <p:cNvSpPr/>
            <p:nvPr>
              <p:custDataLst>
                <p:tags r:id="rId42"/>
              </p:custDataLst>
            </p:nvPr>
          </p:nvSpPr>
          <p:spPr>
            <a:xfrm>
              <a:off x="4236444" y="5774568"/>
              <a:ext cx="14700" cy="29925"/>
            </a:xfrm>
            <a:custGeom>
              <a:avLst/>
              <a:gdLst/>
              <a:ahLst/>
              <a:cxnLst/>
              <a:rect l="l" t="t" r="r" b="b"/>
              <a:pathLst>
                <a:path w="17779" h="36195">
                  <a:moveTo>
                    <a:pt x="17652" y="0"/>
                  </a:moveTo>
                  <a:lnTo>
                    <a:pt x="7873" y="0"/>
                  </a:lnTo>
                  <a:lnTo>
                    <a:pt x="0" y="8001"/>
                  </a:lnTo>
                  <a:lnTo>
                    <a:pt x="0" y="27686"/>
                  </a:lnTo>
                  <a:lnTo>
                    <a:pt x="7873" y="35687"/>
                  </a:lnTo>
                  <a:lnTo>
                    <a:pt x="17652" y="35687"/>
                  </a:lnTo>
                  <a:lnTo>
                    <a:pt x="17652" y="0"/>
                  </a:lnTo>
                  <a:close/>
                </a:path>
              </a:pathLst>
            </a:custGeom>
            <a:solidFill>
              <a:srgbClr val="8BCC9A"/>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47" name="object 43">
              <a:extLst>
                <a:ext uri="{FF2B5EF4-FFF2-40B4-BE49-F238E27FC236}">
                  <a16:creationId xmlns:a16="http://schemas.microsoft.com/office/drawing/2014/main" id="{A9EB5D6C-F71C-72E4-25D6-2B180C03F37B}"/>
                </a:ext>
              </a:extLst>
            </p:cNvPr>
            <p:cNvSpPr/>
            <p:nvPr>
              <p:custDataLst>
                <p:tags r:id="rId43"/>
              </p:custDataLst>
            </p:nvPr>
          </p:nvSpPr>
          <p:spPr>
            <a:xfrm>
              <a:off x="3831652" y="3927456"/>
              <a:ext cx="556495" cy="343347"/>
            </a:xfrm>
            <a:custGeom>
              <a:avLst/>
              <a:gdLst/>
              <a:ahLst/>
              <a:cxnLst/>
              <a:rect l="l" t="t" r="r" b="b"/>
              <a:pathLst>
                <a:path w="673100" h="415289">
                  <a:moveTo>
                    <a:pt x="672846" y="279285"/>
                  </a:moveTo>
                  <a:lnTo>
                    <a:pt x="664083" y="231241"/>
                  </a:lnTo>
                  <a:lnTo>
                    <a:pt x="639965" y="190766"/>
                  </a:lnTo>
                  <a:lnTo>
                    <a:pt x="603669" y="161061"/>
                  </a:lnTo>
                  <a:lnTo>
                    <a:pt x="558419" y="145300"/>
                  </a:lnTo>
                  <a:lnTo>
                    <a:pt x="550189" y="110121"/>
                  </a:lnTo>
                  <a:lnTo>
                    <a:pt x="530034" y="81521"/>
                  </a:lnTo>
                  <a:lnTo>
                    <a:pt x="500722" y="62293"/>
                  </a:lnTo>
                  <a:lnTo>
                    <a:pt x="465074" y="55257"/>
                  </a:lnTo>
                  <a:lnTo>
                    <a:pt x="452513" y="56108"/>
                  </a:lnTo>
                  <a:lnTo>
                    <a:pt x="440461" y="58559"/>
                  </a:lnTo>
                  <a:lnTo>
                    <a:pt x="429031" y="62547"/>
                  </a:lnTo>
                  <a:lnTo>
                    <a:pt x="418338" y="67957"/>
                  </a:lnTo>
                  <a:lnTo>
                    <a:pt x="397573" y="40690"/>
                  </a:lnTo>
                  <a:lnTo>
                    <a:pt x="370776" y="19469"/>
                  </a:lnTo>
                  <a:lnTo>
                    <a:pt x="339102" y="5511"/>
                  </a:lnTo>
                  <a:lnTo>
                    <a:pt x="337083" y="5207"/>
                  </a:lnTo>
                  <a:lnTo>
                    <a:pt x="337083" y="4826"/>
                  </a:lnTo>
                  <a:lnTo>
                    <a:pt x="329018" y="2768"/>
                  </a:lnTo>
                  <a:lnTo>
                    <a:pt x="321056" y="1320"/>
                  </a:lnTo>
                  <a:lnTo>
                    <a:pt x="312978" y="419"/>
                  </a:lnTo>
                  <a:lnTo>
                    <a:pt x="304571" y="0"/>
                  </a:lnTo>
                  <a:lnTo>
                    <a:pt x="297840" y="0"/>
                  </a:lnTo>
                  <a:lnTo>
                    <a:pt x="258660" y="6692"/>
                  </a:lnTo>
                  <a:lnTo>
                    <a:pt x="224193" y="23723"/>
                  </a:lnTo>
                  <a:lnTo>
                    <a:pt x="196126" y="49364"/>
                  </a:lnTo>
                  <a:lnTo>
                    <a:pt x="176187" y="81889"/>
                  </a:lnTo>
                  <a:lnTo>
                    <a:pt x="164426" y="75196"/>
                  </a:lnTo>
                  <a:lnTo>
                    <a:pt x="151663" y="70167"/>
                  </a:lnTo>
                  <a:lnTo>
                    <a:pt x="138087" y="67017"/>
                  </a:lnTo>
                  <a:lnTo>
                    <a:pt x="123850" y="65913"/>
                  </a:lnTo>
                  <a:lnTo>
                    <a:pt x="87426" y="73279"/>
                  </a:lnTo>
                  <a:lnTo>
                    <a:pt x="57721" y="93319"/>
                  </a:lnTo>
                  <a:lnTo>
                    <a:pt x="37680" y="123050"/>
                  </a:lnTo>
                  <a:lnTo>
                    <a:pt x="30353" y="159397"/>
                  </a:lnTo>
                  <a:lnTo>
                    <a:pt x="31419" y="173596"/>
                  </a:lnTo>
                  <a:lnTo>
                    <a:pt x="34518" y="187121"/>
                  </a:lnTo>
                  <a:lnTo>
                    <a:pt x="39509" y="199834"/>
                  </a:lnTo>
                  <a:lnTo>
                    <a:pt x="46228" y="211594"/>
                  </a:lnTo>
                  <a:lnTo>
                    <a:pt x="27216" y="229158"/>
                  </a:lnTo>
                  <a:lnTo>
                    <a:pt x="12636" y="250672"/>
                  </a:lnTo>
                  <a:lnTo>
                    <a:pt x="3289" y="275336"/>
                  </a:lnTo>
                  <a:lnTo>
                    <a:pt x="0" y="302399"/>
                  </a:lnTo>
                  <a:lnTo>
                    <a:pt x="8864" y="346278"/>
                  </a:lnTo>
                  <a:lnTo>
                    <a:pt x="22352" y="366280"/>
                  </a:lnTo>
                  <a:lnTo>
                    <a:pt x="33020" y="382117"/>
                  </a:lnTo>
                  <a:lnTo>
                    <a:pt x="68872" y="406298"/>
                  </a:lnTo>
                  <a:lnTo>
                    <a:pt x="112776" y="415175"/>
                  </a:lnTo>
                  <a:lnTo>
                    <a:pt x="537083" y="415175"/>
                  </a:lnTo>
                  <a:lnTo>
                    <a:pt x="580021" y="408254"/>
                  </a:lnTo>
                  <a:lnTo>
                    <a:pt x="617296" y="388962"/>
                  </a:lnTo>
                  <a:lnTo>
                    <a:pt x="646671" y="359549"/>
                  </a:lnTo>
                  <a:lnTo>
                    <a:pt x="665924" y="322249"/>
                  </a:lnTo>
                  <a:lnTo>
                    <a:pt x="672846" y="279285"/>
                  </a:lnTo>
                  <a:close/>
                </a:path>
              </a:pathLst>
            </a:custGeom>
            <a:solidFill>
              <a:srgbClr val="8ED8F8"/>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48" name="object 44">
              <a:extLst>
                <a:ext uri="{FF2B5EF4-FFF2-40B4-BE49-F238E27FC236}">
                  <a16:creationId xmlns:a16="http://schemas.microsoft.com/office/drawing/2014/main" id="{4D813CFB-D8A2-43FD-ECB8-191954D62FEC}"/>
                </a:ext>
              </a:extLst>
            </p:cNvPr>
            <p:cNvSpPr/>
            <p:nvPr>
              <p:custDataLst>
                <p:tags r:id="rId44"/>
              </p:custDataLst>
            </p:nvPr>
          </p:nvSpPr>
          <p:spPr>
            <a:xfrm>
              <a:off x="3953691" y="4157468"/>
              <a:ext cx="287172" cy="99223"/>
            </a:xfrm>
            <a:custGeom>
              <a:avLst/>
              <a:gdLst/>
              <a:ahLst/>
              <a:cxnLst/>
              <a:rect l="l" t="t" r="r" b="b"/>
              <a:pathLst>
                <a:path w="347345" h="120014">
                  <a:moveTo>
                    <a:pt x="344804" y="0"/>
                  </a:moveTo>
                  <a:lnTo>
                    <a:pt x="2285" y="0"/>
                  </a:lnTo>
                  <a:lnTo>
                    <a:pt x="0" y="2285"/>
                  </a:lnTo>
                  <a:lnTo>
                    <a:pt x="0" y="117601"/>
                  </a:lnTo>
                  <a:lnTo>
                    <a:pt x="2285" y="119760"/>
                  </a:lnTo>
                  <a:lnTo>
                    <a:pt x="344804" y="119760"/>
                  </a:lnTo>
                  <a:lnTo>
                    <a:pt x="347090" y="117601"/>
                  </a:lnTo>
                  <a:lnTo>
                    <a:pt x="347090" y="114807"/>
                  </a:lnTo>
                  <a:lnTo>
                    <a:pt x="347090" y="2285"/>
                  </a:lnTo>
                  <a:lnTo>
                    <a:pt x="344804" y="0"/>
                  </a:lnTo>
                  <a:close/>
                </a:path>
              </a:pathLst>
            </a:custGeom>
            <a:solidFill>
              <a:srgbClr val="3EA9B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49" name="object 45">
              <a:extLst>
                <a:ext uri="{FF2B5EF4-FFF2-40B4-BE49-F238E27FC236}">
                  <a16:creationId xmlns:a16="http://schemas.microsoft.com/office/drawing/2014/main" id="{4867A1D4-436E-A132-A441-735BBFE500C7}"/>
                </a:ext>
              </a:extLst>
            </p:cNvPr>
            <p:cNvSpPr/>
            <p:nvPr>
              <p:custDataLst>
                <p:tags r:id="rId45"/>
              </p:custDataLst>
            </p:nvPr>
          </p:nvSpPr>
          <p:spPr>
            <a:xfrm>
              <a:off x="4199715" y="4190437"/>
              <a:ext cx="23100" cy="23100"/>
            </a:xfrm>
            <a:custGeom>
              <a:avLst/>
              <a:gdLst/>
              <a:ahLst/>
              <a:cxnLst/>
              <a:rect l="l" t="t" r="r" b="b"/>
              <a:pathLst>
                <a:path w="27939" h="27939">
                  <a:moveTo>
                    <a:pt x="21336" y="0"/>
                  </a:moveTo>
                  <a:lnTo>
                    <a:pt x="6096" y="0"/>
                  </a:lnTo>
                  <a:lnTo>
                    <a:pt x="0" y="6350"/>
                  </a:lnTo>
                  <a:lnTo>
                    <a:pt x="0" y="21336"/>
                  </a:lnTo>
                  <a:lnTo>
                    <a:pt x="6096" y="27686"/>
                  </a:lnTo>
                  <a:lnTo>
                    <a:pt x="21336" y="27686"/>
                  </a:lnTo>
                  <a:lnTo>
                    <a:pt x="27559" y="21336"/>
                  </a:lnTo>
                  <a:lnTo>
                    <a:pt x="27559" y="13843"/>
                  </a:lnTo>
                  <a:lnTo>
                    <a:pt x="27559" y="6350"/>
                  </a:lnTo>
                  <a:lnTo>
                    <a:pt x="21336" y="0"/>
                  </a:lnTo>
                  <a:close/>
                </a:path>
              </a:pathLst>
            </a:custGeom>
            <a:solidFill>
              <a:srgbClr val="7BC79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50" name="object 46">
              <a:extLst>
                <a:ext uri="{FF2B5EF4-FFF2-40B4-BE49-F238E27FC236}">
                  <a16:creationId xmlns:a16="http://schemas.microsoft.com/office/drawing/2014/main" id="{5A4DF4D4-6206-5B88-FD07-412449E37829}"/>
                </a:ext>
              </a:extLst>
            </p:cNvPr>
            <p:cNvSpPr/>
            <p:nvPr>
              <p:custDataLst>
                <p:tags r:id="rId46"/>
              </p:custDataLst>
            </p:nvPr>
          </p:nvSpPr>
          <p:spPr>
            <a:xfrm>
              <a:off x="3953691" y="4039480"/>
              <a:ext cx="287172" cy="99223"/>
            </a:xfrm>
            <a:custGeom>
              <a:avLst/>
              <a:gdLst/>
              <a:ahLst/>
              <a:cxnLst/>
              <a:rect l="l" t="t" r="r" b="b"/>
              <a:pathLst>
                <a:path w="347345" h="120014">
                  <a:moveTo>
                    <a:pt x="344804" y="0"/>
                  </a:moveTo>
                  <a:lnTo>
                    <a:pt x="2285" y="0"/>
                  </a:lnTo>
                  <a:lnTo>
                    <a:pt x="0" y="2285"/>
                  </a:lnTo>
                  <a:lnTo>
                    <a:pt x="0" y="117601"/>
                  </a:lnTo>
                  <a:lnTo>
                    <a:pt x="2285" y="119760"/>
                  </a:lnTo>
                  <a:lnTo>
                    <a:pt x="344804" y="119760"/>
                  </a:lnTo>
                  <a:lnTo>
                    <a:pt x="347090" y="117601"/>
                  </a:lnTo>
                  <a:lnTo>
                    <a:pt x="347090" y="114807"/>
                  </a:lnTo>
                  <a:lnTo>
                    <a:pt x="347090" y="2285"/>
                  </a:lnTo>
                  <a:lnTo>
                    <a:pt x="344804" y="0"/>
                  </a:lnTo>
                  <a:close/>
                </a:path>
              </a:pathLst>
            </a:custGeom>
            <a:solidFill>
              <a:srgbClr val="3EA9B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51" name="object 47">
              <a:extLst>
                <a:ext uri="{FF2B5EF4-FFF2-40B4-BE49-F238E27FC236}">
                  <a16:creationId xmlns:a16="http://schemas.microsoft.com/office/drawing/2014/main" id="{B13B48E6-4B0F-DAE1-2E82-CDB90198B187}"/>
                </a:ext>
              </a:extLst>
            </p:cNvPr>
            <p:cNvSpPr/>
            <p:nvPr>
              <p:custDataLst>
                <p:tags r:id="rId47"/>
              </p:custDataLst>
            </p:nvPr>
          </p:nvSpPr>
          <p:spPr>
            <a:xfrm>
              <a:off x="3953691" y="4039480"/>
              <a:ext cx="287172" cy="99223"/>
            </a:xfrm>
            <a:custGeom>
              <a:avLst/>
              <a:gdLst/>
              <a:ahLst/>
              <a:cxnLst/>
              <a:rect l="l" t="t" r="r" b="b"/>
              <a:pathLst>
                <a:path w="347345" h="120014">
                  <a:moveTo>
                    <a:pt x="4952" y="0"/>
                  </a:moveTo>
                  <a:lnTo>
                    <a:pt x="2285" y="0"/>
                  </a:lnTo>
                  <a:lnTo>
                    <a:pt x="0" y="2285"/>
                  </a:lnTo>
                  <a:lnTo>
                    <a:pt x="0" y="117601"/>
                  </a:lnTo>
                  <a:lnTo>
                    <a:pt x="2285" y="119760"/>
                  </a:lnTo>
                  <a:lnTo>
                    <a:pt x="344804" y="119760"/>
                  </a:lnTo>
                  <a:lnTo>
                    <a:pt x="347090" y="117601"/>
                  </a:lnTo>
                  <a:lnTo>
                    <a:pt x="347090" y="114807"/>
                  </a:lnTo>
                  <a:lnTo>
                    <a:pt x="4952" y="0"/>
                  </a:lnTo>
                  <a:close/>
                </a:path>
              </a:pathLst>
            </a:custGeom>
            <a:solidFill>
              <a:srgbClr val="4BADBB"/>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52" name="object 48">
              <a:extLst>
                <a:ext uri="{FF2B5EF4-FFF2-40B4-BE49-F238E27FC236}">
                  <a16:creationId xmlns:a16="http://schemas.microsoft.com/office/drawing/2014/main" id="{4080A0F2-44BD-1B89-A631-412B0924BF19}"/>
                </a:ext>
              </a:extLst>
            </p:cNvPr>
            <p:cNvSpPr/>
            <p:nvPr>
              <p:custDataLst>
                <p:tags r:id="rId48"/>
              </p:custDataLst>
            </p:nvPr>
          </p:nvSpPr>
          <p:spPr>
            <a:xfrm>
              <a:off x="4199715" y="4072450"/>
              <a:ext cx="23100" cy="23100"/>
            </a:xfrm>
            <a:custGeom>
              <a:avLst/>
              <a:gdLst/>
              <a:ahLst/>
              <a:cxnLst/>
              <a:rect l="l" t="t" r="r" b="b"/>
              <a:pathLst>
                <a:path w="27939" h="27939">
                  <a:moveTo>
                    <a:pt x="21336" y="0"/>
                  </a:moveTo>
                  <a:lnTo>
                    <a:pt x="6096" y="0"/>
                  </a:lnTo>
                  <a:lnTo>
                    <a:pt x="0" y="6350"/>
                  </a:lnTo>
                  <a:lnTo>
                    <a:pt x="0" y="21336"/>
                  </a:lnTo>
                  <a:lnTo>
                    <a:pt x="6096" y="27686"/>
                  </a:lnTo>
                  <a:lnTo>
                    <a:pt x="21336" y="27686"/>
                  </a:lnTo>
                  <a:lnTo>
                    <a:pt x="27559" y="21336"/>
                  </a:lnTo>
                  <a:lnTo>
                    <a:pt x="27559" y="13843"/>
                  </a:lnTo>
                  <a:lnTo>
                    <a:pt x="27559" y="6350"/>
                  </a:lnTo>
                  <a:lnTo>
                    <a:pt x="21336" y="0"/>
                  </a:lnTo>
                  <a:close/>
                </a:path>
              </a:pathLst>
            </a:custGeom>
            <a:solidFill>
              <a:srgbClr val="7BC79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53" name="object 49">
              <a:extLst>
                <a:ext uri="{FF2B5EF4-FFF2-40B4-BE49-F238E27FC236}">
                  <a16:creationId xmlns:a16="http://schemas.microsoft.com/office/drawing/2014/main" id="{A2538497-9AF9-B9C7-5D67-3BF75A6C32C3}"/>
                </a:ext>
              </a:extLst>
            </p:cNvPr>
            <p:cNvSpPr/>
            <p:nvPr>
              <p:custDataLst>
                <p:tags r:id="rId49"/>
              </p:custDataLst>
            </p:nvPr>
          </p:nvSpPr>
          <p:spPr>
            <a:xfrm>
              <a:off x="4199631" y="4072523"/>
              <a:ext cx="11550" cy="141224"/>
            </a:xfrm>
            <a:custGeom>
              <a:avLst/>
              <a:gdLst/>
              <a:ahLst/>
              <a:cxnLst/>
              <a:rect l="l" t="t" r="r" b="b"/>
              <a:pathLst>
                <a:path w="13970" h="170814">
                  <a:moveTo>
                    <a:pt x="13843" y="142709"/>
                  </a:moveTo>
                  <a:lnTo>
                    <a:pt x="6350" y="142709"/>
                  </a:lnTo>
                  <a:lnTo>
                    <a:pt x="0" y="148805"/>
                  </a:lnTo>
                  <a:lnTo>
                    <a:pt x="0" y="164045"/>
                  </a:lnTo>
                  <a:lnTo>
                    <a:pt x="6350" y="170268"/>
                  </a:lnTo>
                  <a:lnTo>
                    <a:pt x="13843" y="170268"/>
                  </a:lnTo>
                  <a:lnTo>
                    <a:pt x="13843" y="142709"/>
                  </a:lnTo>
                  <a:close/>
                </a:path>
                <a:path w="13970" h="170814">
                  <a:moveTo>
                    <a:pt x="13843" y="0"/>
                  </a:moveTo>
                  <a:lnTo>
                    <a:pt x="6350" y="0"/>
                  </a:lnTo>
                  <a:lnTo>
                    <a:pt x="0" y="6096"/>
                  </a:lnTo>
                  <a:lnTo>
                    <a:pt x="0" y="21336"/>
                  </a:lnTo>
                  <a:lnTo>
                    <a:pt x="6350" y="27559"/>
                  </a:lnTo>
                  <a:lnTo>
                    <a:pt x="13843" y="27559"/>
                  </a:lnTo>
                  <a:lnTo>
                    <a:pt x="13843" y="0"/>
                  </a:lnTo>
                  <a:close/>
                </a:path>
              </a:pathLst>
            </a:custGeom>
            <a:solidFill>
              <a:srgbClr val="8BCC9A"/>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54" name="object 50">
              <a:extLst>
                <a:ext uri="{FF2B5EF4-FFF2-40B4-BE49-F238E27FC236}">
                  <a16:creationId xmlns:a16="http://schemas.microsoft.com/office/drawing/2014/main" id="{86404243-3D4C-428C-AC26-6B16F6209267}"/>
                </a:ext>
              </a:extLst>
            </p:cNvPr>
            <p:cNvSpPr/>
            <p:nvPr>
              <p:custDataLst>
                <p:tags r:id="rId50"/>
              </p:custDataLst>
            </p:nvPr>
          </p:nvSpPr>
          <p:spPr>
            <a:xfrm>
              <a:off x="4166272" y="4072450"/>
              <a:ext cx="23100" cy="23100"/>
            </a:xfrm>
            <a:custGeom>
              <a:avLst/>
              <a:gdLst/>
              <a:ahLst/>
              <a:cxnLst/>
              <a:rect l="l" t="t" r="r" b="b"/>
              <a:pathLst>
                <a:path w="27939" h="27939">
                  <a:moveTo>
                    <a:pt x="21336" y="0"/>
                  </a:moveTo>
                  <a:lnTo>
                    <a:pt x="6096" y="0"/>
                  </a:lnTo>
                  <a:lnTo>
                    <a:pt x="0" y="6350"/>
                  </a:lnTo>
                  <a:lnTo>
                    <a:pt x="0" y="21336"/>
                  </a:lnTo>
                  <a:lnTo>
                    <a:pt x="6096" y="27686"/>
                  </a:lnTo>
                  <a:lnTo>
                    <a:pt x="21336" y="27686"/>
                  </a:lnTo>
                  <a:lnTo>
                    <a:pt x="27559" y="21336"/>
                  </a:lnTo>
                  <a:lnTo>
                    <a:pt x="27559" y="13843"/>
                  </a:lnTo>
                  <a:lnTo>
                    <a:pt x="27559" y="6350"/>
                  </a:lnTo>
                  <a:lnTo>
                    <a:pt x="21336" y="0"/>
                  </a:lnTo>
                  <a:close/>
                </a:path>
              </a:pathLst>
            </a:custGeom>
            <a:solidFill>
              <a:srgbClr val="F3C066"/>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55" name="object 51">
              <a:extLst>
                <a:ext uri="{FF2B5EF4-FFF2-40B4-BE49-F238E27FC236}">
                  <a16:creationId xmlns:a16="http://schemas.microsoft.com/office/drawing/2014/main" id="{C3C3EAB1-45CF-A4DE-28C7-586EE4C59072}"/>
                </a:ext>
              </a:extLst>
            </p:cNvPr>
            <p:cNvSpPr/>
            <p:nvPr>
              <p:custDataLst>
                <p:tags r:id="rId51"/>
              </p:custDataLst>
            </p:nvPr>
          </p:nvSpPr>
          <p:spPr>
            <a:xfrm>
              <a:off x="4166210" y="4072523"/>
              <a:ext cx="11550" cy="23100"/>
            </a:xfrm>
            <a:custGeom>
              <a:avLst/>
              <a:gdLst/>
              <a:ahLst/>
              <a:cxnLst/>
              <a:rect l="l" t="t" r="r" b="b"/>
              <a:pathLst>
                <a:path w="13970" h="27939">
                  <a:moveTo>
                    <a:pt x="13842" y="0"/>
                  </a:moveTo>
                  <a:lnTo>
                    <a:pt x="6349" y="0"/>
                  </a:lnTo>
                  <a:lnTo>
                    <a:pt x="0" y="6095"/>
                  </a:lnTo>
                  <a:lnTo>
                    <a:pt x="0" y="21335"/>
                  </a:lnTo>
                  <a:lnTo>
                    <a:pt x="6349" y="27558"/>
                  </a:lnTo>
                  <a:lnTo>
                    <a:pt x="13842" y="27558"/>
                  </a:lnTo>
                  <a:lnTo>
                    <a:pt x="13842" y="0"/>
                  </a:lnTo>
                  <a:close/>
                </a:path>
              </a:pathLst>
            </a:custGeom>
            <a:solidFill>
              <a:srgbClr val="F6CD74"/>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56" name="object 52">
              <a:extLst>
                <a:ext uri="{FF2B5EF4-FFF2-40B4-BE49-F238E27FC236}">
                  <a16:creationId xmlns:a16="http://schemas.microsoft.com/office/drawing/2014/main" id="{E098CA6A-5638-E8E3-83FE-B73E03E93F78}"/>
                </a:ext>
              </a:extLst>
            </p:cNvPr>
            <p:cNvSpPr/>
            <p:nvPr>
              <p:custDataLst>
                <p:tags r:id="rId52"/>
              </p:custDataLst>
            </p:nvPr>
          </p:nvSpPr>
          <p:spPr>
            <a:xfrm>
              <a:off x="4133061" y="4072450"/>
              <a:ext cx="23100" cy="23100"/>
            </a:xfrm>
            <a:custGeom>
              <a:avLst/>
              <a:gdLst/>
              <a:ahLst/>
              <a:cxnLst/>
              <a:rect l="l" t="t" r="r" b="b"/>
              <a:pathLst>
                <a:path w="27939" h="27939">
                  <a:moveTo>
                    <a:pt x="21335" y="0"/>
                  </a:moveTo>
                  <a:lnTo>
                    <a:pt x="6095" y="0"/>
                  </a:lnTo>
                  <a:lnTo>
                    <a:pt x="0" y="6350"/>
                  </a:lnTo>
                  <a:lnTo>
                    <a:pt x="0" y="21336"/>
                  </a:lnTo>
                  <a:lnTo>
                    <a:pt x="6095" y="27686"/>
                  </a:lnTo>
                  <a:lnTo>
                    <a:pt x="21335" y="27686"/>
                  </a:lnTo>
                  <a:lnTo>
                    <a:pt x="27558" y="21336"/>
                  </a:lnTo>
                  <a:lnTo>
                    <a:pt x="27558" y="13843"/>
                  </a:lnTo>
                  <a:lnTo>
                    <a:pt x="27558" y="6350"/>
                  </a:lnTo>
                  <a:lnTo>
                    <a:pt x="21335" y="0"/>
                  </a:lnTo>
                  <a:close/>
                </a:path>
              </a:pathLst>
            </a:custGeom>
            <a:solidFill>
              <a:srgbClr val="D77258"/>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57" name="object 53">
              <a:extLst>
                <a:ext uri="{FF2B5EF4-FFF2-40B4-BE49-F238E27FC236}">
                  <a16:creationId xmlns:a16="http://schemas.microsoft.com/office/drawing/2014/main" id="{08AFD04E-0915-E0A1-FDF3-EABC8A251C89}"/>
                </a:ext>
              </a:extLst>
            </p:cNvPr>
            <p:cNvSpPr/>
            <p:nvPr>
              <p:custDataLst>
                <p:tags r:id="rId53"/>
              </p:custDataLst>
            </p:nvPr>
          </p:nvSpPr>
          <p:spPr>
            <a:xfrm>
              <a:off x="4132998" y="4072523"/>
              <a:ext cx="11550" cy="23100"/>
            </a:xfrm>
            <a:custGeom>
              <a:avLst/>
              <a:gdLst/>
              <a:ahLst/>
              <a:cxnLst/>
              <a:rect l="l" t="t" r="r" b="b"/>
              <a:pathLst>
                <a:path w="13970" h="27939">
                  <a:moveTo>
                    <a:pt x="13843" y="0"/>
                  </a:moveTo>
                  <a:lnTo>
                    <a:pt x="6350" y="0"/>
                  </a:lnTo>
                  <a:lnTo>
                    <a:pt x="0" y="6095"/>
                  </a:lnTo>
                  <a:lnTo>
                    <a:pt x="0" y="21335"/>
                  </a:lnTo>
                  <a:lnTo>
                    <a:pt x="6350" y="27558"/>
                  </a:lnTo>
                  <a:lnTo>
                    <a:pt x="13843" y="27558"/>
                  </a:lnTo>
                  <a:lnTo>
                    <a:pt x="13843" y="0"/>
                  </a:lnTo>
                  <a:close/>
                </a:path>
              </a:pathLst>
            </a:custGeom>
            <a:solidFill>
              <a:srgbClr val="F47C5E"/>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58" name="object 54">
              <a:extLst>
                <a:ext uri="{FF2B5EF4-FFF2-40B4-BE49-F238E27FC236}">
                  <a16:creationId xmlns:a16="http://schemas.microsoft.com/office/drawing/2014/main" id="{086C5B3A-FC2F-94E0-E5DF-8CCDC8FB1CA3}"/>
                </a:ext>
              </a:extLst>
            </p:cNvPr>
            <p:cNvSpPr/>
            <p:nvPr>
              <p:custDataLst>
                <p:tags r:id="rId54"/>
              </p:custDataLst>
            </p:nvPr>
          </p:nvSpPr>
          <p:spPr>
            <a:xfrm>
              <a:off x="3968675" y="4058800"/>
              <a:ext cx="126524" cy="56699"/>
            </a:xfrm>
            <a:custGeom>
              <a:avLst/>
              <a:gdLst/>
              <a:ahLst/>
              <a:cxnLst/>
              <a:rect l="l" t="t" r="r" b="b"/>
              <a:pathLst>
                <a:path w="153035" h="68580">
                  <a:moveTo>
                    <a:pt x="15113" y="2159"/>
                  </a:moveTo>
                  <a:lnTo>
                    <a:pt x="13462" y="0"/>
                  </a:lnTo>
                  <a:lnTo>
                    <a:pt x="1651" y="0"/>
                  </a:lnTo>
                  <a:lnTo>
                    <a:pt x="0" y="2159"/>
                  </a:lnTo>
                  <a:lnTo>
                    <a:pt x="0" y="66040"/>
                  </a:lnTo>
                  <a:lnTo>
                    <a:pt x="1651" y="68199"/>
                  </a:lnTo>
                  <a:lnTo>
                    <a:pt x="13462" y="68199"/>
                  </a:lnTo>
                  <a:lnTo>
                    <a:pt x="15113" y="66040"/>
                  </a:lnTo>
                  <a:lnTo>
                    <a:pt x="15113" y="63246"/>
                  </a:lnTo>
                  <a:lnTo>
                    <a:pt x="15113" y="2159"/>
                  </a:lnTo>
                  <a:close/>
                </a:path>
                <a:path w="153035" h="68580">
                  <a:moveTo>
                    <a:pt x="42176" y="2159"/>
                  </a:moveTo>
                  <a:lnTo>
                    <a:pt x="40525" y="0"/>
                  </a:lnTo>
                  <a:lnTo>
                    <a:pt x="28714" y="0"/>
                  </a:lnTo>
                  <a:lnTo>
                    <a:pt x="27063" y="2159"/>
                  </a:lnTo>
                  <a:lnTo>
                    <a:pt x="27063" y="66040"/>
                  </a:lnTo>
                  <a:lnTo>
                    <a:pt x="28714" y="68199"/>
                  </a:lnTo>
                  <a:lnTo>
                    <a:pt x="40525" y="68199"/>
                  </a:lnTo>
                  <a:lnTo>
                    <a:pt x="42176" y="66040"/>
                  </a:lnTo>
                  <a:lnTo>
                    <a:pt x="42176" y="63246"/>
                  </a:lnTo>
                  <a:lnTo>
                    <a:pt x="42176" y="2159"/>
                  </a:lnTo>
                  <a:close/>
                </a:path>
                <a:path w="153035" h="68580">
                  <a:moveTo>
                    <a:pt x="69545" y="2159"/>
                  </a:moveTo>
                  <a:lnTo>
                    <a:pt x="67894" y="0"/>
                  </a:lnTo>
                  <a:lnTo>
                    <a:pt x="56083" y="0"/>
                  </a:lnTo>
                  <a:lnTo>
                    <a:pt x="54432" y="2159"/>
                  </a:lnTo>
                  <a:lnTo>
                    <a:pt x="54432" y="66040"/>
                  </a:lnTo>
                  <a:lnTo>
                    <a:pt x="56083" y="68199"/>
                  </a:lnTo>
                  <a:lnTo>
                    <a:pt x="67894" y="68199"/>
                  </a:lnTo>
                  <a:lnTo>
                    <a:pt x="69545" y="66040"/>
                  </a:lnTo>
                  <a:lnTo>
                    <a:pt x="69545" y="63246"/>
                  </a:lnTo>
                  <a:lnTo>
                    <a:pt x="69545" y="2159"/>
                  </a:lnTo>
                  <a:close/>
                </a:path>
                <a:path w="153035" h="68580">
                  <a:moveTo>
                    <a:pt x="97574" y="2159"/>
                  </a:moveTo>
                  <a:lnTo>
                    <a:pt x="95923" y="0"/>
                  </a:lnTo>
                  <a:lnTo>
                    <a:pt x="84112" y="0"/>
                  </a:lnTo>
                  <a:lnTo>
                    <a:pt x="82461" y="2159"/>
                  </a:lnTo>
                  <a:lnTo>
                    <a:pt x="82461" y="66040"/>
                  </a:lnTo>
                  <a:lnTo>
                    <a:pt x="84112" y="68199"/>
                  </a:lnTo>
                  <a:lnTo>
                    <a:pt x="95923" y="68199"/>
                  </a:lnTo>
                  <a:lnTo>
                    <a:pt x="97574" y="66040"/>
                  </a:lnTo>
                  <a:lnTo>
                    <a:pt x="97574" y="63246"/>
                  </a:lnTo>
                  <a:lnTo>
                    <a:pt x="97574" y="2159"/>
                  </a:lnTo>
                  <a:close/>
                </a:path>
                <a:path w="153035" h="68580">
                  <a:moveTo>
                    <a:pt x="124650" y="2159"/>
                  </a:moveTo>
                  <a:lnTo>
                    <a:pt x="122999" y="0"/>
                  </a:lnTo>
                  <a:lnTo>
                    <a:pt x="111188" y="0"/>
                  </a:lnTo>
                  <a:lnTo>
                    <a:pt x="109537" y="2159"/>
                  </a:lnTo>
                  <a:lnTo>
                    <a:pt x="109537" y="66040"/>
                  </a:lnTo>
                  <a:lnTo>
                    <a:pt x="111188" y="68199"/>
                  </a:lnTo>
                  <a:lnTo>
                    <a:pt x="122999" y="68199"/>
                  </a:lnTo>
                  <a:lnTo>
                    <a:pt x="124650" y="66040"/>
                  </a:lnTo>
                  <a:lnTo>
                    <a:pt x="124650" y="63246"/>
                  </a:lnTo>
                  <a:lnTo>
                    <a:pt x="124650" y="2159"/>
                  </a:lnTo>
                  <a:close/>
                </a:path>
                <a:path w="153035" h="68580">
                  <a:moveTo>
                    <a:pt x="152692" y="2159"/>
                  </a:moveTo>
                  <a:lnTo>
                    <a:pt x="151041" y="0"/>
                  </a:lnTo>
                  <a:lnTo>
                    <a:pt x="139230" y="0"/>
                  </a:lnTo>
                  <a:lnTo>
                    <a:pt x="137579" y="2159"/>
                  </a:lnTo>
                  <a:lnTo>
                    <a:pt x="137579" y="66040"/>
                  </a:lnTo>
                  <a:lnTo>
                    <a:pt x="139230" y="68199"/>
                  </a:lnTo>
                  <a:lnTo>
                    <a:pt x="151041" y="68199"/>
                  </a:lnTo>
                  <a:lnTo>
                    <a:pt x="152692" y="66040"/>
                  </a:lnTo>
                  <a:lnTo>
                    <a:pt x="152692" y="63246"/>
                  </a:lnTo>
                  <a:lnTo>
                    <a:pt x="152692" y="2159"/>
                  </a:lnTo>
                  <a:close/>
                </a:path>
              </a:pathLst>
            </a:custGeom>
            <a:solidFill>
              <a:srgbClr val="3F5771"/>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59" name="object 55">
              <a:extLst>
                <a:ext uri="{FF2B5EF4-FFF2-40B4-BE49-F238E27FC236}">
                  <a16:creationId xmlns:a16="http://schemas.microsoft.com/office/drawing/2014/main" id="{9C2356B7-483D-3797-DE49-2722C68C5728}"/>
                </a:ext>
              </a:extLst>
            </p:cNvPr>
            <p:cNvSpPr/>
            <p:nvPr>
              <p:custDataLst>
                <p:tags r:id="rId55"/>
              </p:custDataLst>
            </p:nvPr>
          </p:nvSpPr>
          <p:spPr>
            <a:xfrm>
              <a:off x="3953691" y="4157468"/>
              <a:ext cx="287172" cy="99223"/>
            </a:xfrm>
            <a:custGeom>
              <a:avLst/>
              <a:gdLst/>
              <a:ahLst/>
              <a:cxnLst/>
              <a:rect l="l" t="t" r="r" b="b"/>
              <a:pathLst>
                <a:path w="347345" h="120014">
                  <a:moveTo>
                    <a:pt x="4952" y="0"/>
                  </a:moveTo>
                  <a:lnTo>
                    <a:pt x="2285" y="0"/>
                  </a:lnTo>
                  <a:lnTo>
                    <a:pt x="0" y="2285"/>
                  </a:lnTo>
                  <a:lnTo>
                    <a:pt x="0" y="117601"/>
                  </a:lnTo>
                  <a:lnTo>
                    <a:pt x="2285" y="119760"/>
                  </a:lnTo>
                  <a:lnTo>
                    <a:pt x="344804" y="119760"/>
                  </a:lnTo>
                  <a:lnTo>
                    <a:pt x="347090" y="117601"/>
                  </a:lnTo>
                  <a:lnTo>
                    <a:pt x="347090" y="114807"/>
                  </a:lnTo>
                  <a:lnTo>
                    <a:pt x="4952" y="0"/>
                  </a:lnTo>
                  <a:close/>
                </a:path>
              </a:pathLst>
            </a:custGeom>
            <a:solidFill>
              <a:srgbClr val="4BADBB"/>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60" name="object 56">
              <a:extLst>
                <a:ext uri="{FF2B5EF4-FFF2-40B4-BE49-F238E27FC236}">
                  <a16:creationId xmlns:a16="http://schemas.microsoft.com/office/drawing/2014/main" id="{60D80F72-F24E-CA1B-89A4-A56BF88F7347}"/>
                </a:ext>
              </a:extLst>
            </p:cNvPr>
            <p:cNvSpPr/>
            <p:nvPr>
              <p:custDataLst>
                <p:tags r:id="rId56"/>
              </p:custDataLst>
            </p:nvPr>
          </p:nvSpPr>
          <p:spPr>
            <a:xfrm>
              <a:off x="4166272" y="4190437"/>
              <a:ext cx="23100" cy="23100"/>
            </a:xfrm>
            <a:custGeom>
              <a:avLst/>
              <a:gdLst/>
              <a:ahLst/>
              <a:cxnLst/>
              <a:rect l="l" t="t" r="r" b="b"/>
              <a:pathLst>
                <a:path w="27939" h="27939">
                  <a:moveTo>
                    <a:pt x="21336" y="0"/>
                  </a:moveTo>
                  <a:lnTo>
                    <a:pt x="6096" y="0"/>
                  </a:lnTo>
                  <a:lnTo>
                    <a:pt x="0" y="6350"/>
                  </a:lnTo>
                  <a:lnTo>
                    <a:pt x="0" y="21336"/>
                  </a:lnTo>
                  <a:lnTo>
                    <a:pt x="6096" y="27686"/>
                  </a:lnTo>
                  <a:lnTo>
                    <a:pt x="21336" y="27686"/>
                  </a:lnTo>
                  <a:lnTo>
                    <a:pt x="27559" y="21336"/>
                  </a:lnTo>
                  <a:lnTo>
                    <a:pt x="27559" y="13843"/>
                  </a:lnTo>
                  <a:lnTo>
                    <a:pt x="27559" y="6350"/>
                  </a:lnTo>
                  <a:lnTo>
                    <a:pt x="21336" y="0"/>
                  </a:lnTo>
                  <a:close/>
                </a:path>
              </a:pathLst>
            </a:custGeom>
            <a:solidFill>
              <a:srgbClr val="F3C066"/>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61" name="object 57">
              <a:extLst>
                <a:ext uri="{FF2B5EF4-FFF2-40B4-BE49-F238E27FC236}">
                  <a16:creationId xmlns:a16="http://schemas.microsoft.com/office/drawing/2014/main" id="{FFC55CB6-C12E-D388-8FE9-0D9BB98849EA}"/>
                </a:ext>
              </a:extLst>
            </p:cNvPr>
            <p:cNvSpPr/>
            <p:nvPr>
              <p:custDataLst>
                <p:tags r:id="rId57"/>
              </p:custDataLst>
            </p:nvPr>
          </p:nvSpPr>
          <p:spPr>
            <a:xfrm>
              <a:off x="4133061" y="4190437"/>
              <a:ext cx="23100" cy="23100"/>
            </a:xfrm>
            <a:custGeom>
              <a:avLst/>
              <a:gdLst/>
              <a:ahLst/>
              <a:cxnLst/>
              <a:rect l="l" t="t" r="r" b="b"/>
              <a:pathLst>
                <a:path w="27939" h="27939">
                  <a:moveTo>
                    <a:pt x="21335" y="0"/>
                  </a:moveTo>
                  <a:lnTo>
                    <a:pt x="6095" y="0"/>
                  </a:lnTo>
                  <a:lnTo>
                    <a:pt x="0" y="6350"/>
                  </a:lnTo>
                  <a:lnTo>
                    <a:pt x="0" y="21336"/>
                  </a:lnTo>
                  <a:lnTo>
                    <a:pt x="6095" y="27686"/>
                  </a:lnTo>
                  <a:lnTo>
                    <a:pt x="21335" y="27686"/>
                  </a:lnTo>
                  <a:lnTo>
                    <a:pt x="27558" y="21336"/>
                  </a:lnTo>
                  <a:lnTo>
                    <a:pt x="27558" y="13843"/>
                  </a:lnTo>
                  <a:lnTo>
                    <a:pt x="27558" y="6350"/>
                  </a:lnTo>
                  <a:lnTo>
                    <a:pt x="21335" y="0"/>
                  </a:lnTo>
                  <a:close/>
                </a:path>
              </a:pathLst>
            </a:custGeom>
            <a:solidFill>
              <a:srgbClr val="D77258"/>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62" name="object 58">
              <a:extLst>
                <a:ext uri="{FF2B5EF4-FFF2-40B4-BE49-F238E27FC236}">
                  <a16:creationId xmlns:a16="http://schemas.microsoft.com/office/drawing/2014/main" id="{45203B48-2244-78DC-9537-8F270A564B1B}"/>
                </a:ext>
              </a:extLst>
            </p:cNvPr>
            <p:cNvSpPr/>
            <p:nvPr>
              <p:custDataLst>
                <p:tags r:id="rId58"/>
              </p:custDataLst>
            </p:nvPr>
          </p:nvSpPr>
          <p:spPr>
            <a:xfrm>
              <a:off x="3968675" y="4176787"/>
              <a:ext cx="126524" cy="56699"/>
            </a:xfrm>
            <a:custGeom>
              <a:avLst/>
              <a:gdLst/>
              <a:ahLst/>
              <a:cxnLst/>
              <a:rect l="l" t="t" r="r" b="b"/>
              <a:pathLst>
                <a:path w="153035" h="68580">
                  <a:moveTo>
                    <a:pt x="15113" y="2159"/>
                  </a:moveTo>
                  <a:lnTo>
                    <a:pt x="13462" y="0"/>
                  </a:lnTo>
                  <a:lnTo>
                    <a:pt x="1651" y="0"/>
                  </a:lnTo>
                  <a:lnTo>
                    <a:pt x="0" y="2159"/>
                  </a:lnTo>
                  <a:lnTo>
                    <a:pt x="0" y="66040"/>
                  </a:lnTo>
                  <a:lnTo>
                    <a:pt x="1651" y="68199"/>
                  </a:lnTo>
                  <a:lnTo>
                    <a:pt x="13462" y="68199"/>
                  </a:lnTo>
                  <a:lnTo>
                    <a:pt x="15113" y="66040"/>
                  </a:lnTo>
                  <a:lnTo>
                    <a:pt x="15113" y="63246"/>
                  </a:lnTo>
                  <a:lnTo>
                    <a:pt x="15113" y="2159"/>
                  </a:lnTo>
                  <a:close/>
                </a:path>
                <a:path w="153035" h="68580">
                  <a:moveTo>
                    <a:pt x="42176" y="2159"/>
                  </a:moveTo>
                  <a:lnTo>
                    <a:pt x="40525" y="0"/>
                  </a:lnTo>
                  <a:lnTo>
                    <a:pt x="28714" y="0"/>
                  </a:lnTo>
                  <a:lnTo>
                    <a:pt x="27063" y="2159"/>
                  </a:lnTo>
                  <a:lnTo>
                    <a:pt x="27063" y="66040"/>
                  </a:lnTo>
                  <a:lnTo>
                    <a:pt x="28714" y="68199"/>
                  </a:lnTo>
                  <a:lnTo>
                    <a:pt x="40525" y="68199"/>
                  </a:lnTo>
                  <a:lnTo>
                    <a:pt x="42176" y="66040"/>
                  </a:lnTo>
                  <a:lnTo>
                    <a:pt x="42176" y="63246"/>
                  </a:lnTo>
                  <a:lnTo>
                    <a:pt x="42176" y="2159"/>
                  </a:lnTo>
                  <a:close/>
                </a:path>
                <a:path w="153035" h="68580">
                  <a:moveTo>
                    <a:pt x="69545" y="2159"/>
                  </a:moveTo>
                  <a:lnTo>
                    <a:pt x="67894" y="0"/>
                  </a:lnTo>
                  <a:lnTo>
                    <a:pt x="56083" y="0"/>
                  </a:lnTo>
                  <a:lnTo>
                    <a:pt x="54432" y="2159"/>
                  </a:lnTo>
                  <a:lnTo>
                    <a:pt x="54432" y="66040"/>
                  </a:lnTo>
                  <a:lnTo>
                    <a:pt x="56083" y="68199"/>
                  </a:lnTo>
                  <a:lnTo>
                    <a:pt x="67894" y="68199"/>
                  </a:lnTo>
                  <a:lnTo>
                    <a:pt x="69545" y="66040"/>
                  </a:lnTo>
                  <a:lnTo>
                    <a:pt x="69545" y="63246"/>
                  </a:lnTo>
                  <a:lnTo>
                    <a:pt x="69545" y="2159"/>
                  </a:lnTo>
                  <a:close/>
                </a:path>
                <a:path w="153035" h="68580">
                  <a:moveTo>
                    <a:pt x="97574" y="2159"/>
                  </a:moveTo>
                  <a:lnTo>
                    <a:pt x="95923" y="0"/>
                  </a:lnTo>
                  <a:lnTo>
                    <a:pt x="84112" y="0"/>
                  </a:lnTo>
                  <a:lnTo>
                    <a:pt x="82461" y="2159"/>
                  </a:lnTo>
                  <a:lnTo>
                    <a:pt x="82461" y="66040"/>
                  </a:lnTo>
                  <a:lnTo>
                    <a:pt x="84112" y="68199"/>
                  </a:lnTo>
                  <a:lnTo>
                    <a:pt x="95923" y="68199"/>
                  </a:lnTo>
                  <a:lnTo>
                    <a:pt x="97574" y="66040"/>
                  </a:lnTo>
                  <a:lnTo>
                    <a:pt x="97574" y="63246"/>
                  </a:lnTo>
                  <a:lnTo>
                    <a:pt x="97574" y="2159"/>
                  </a:lnTo>
                  <a:close/>
                </a:path>
                <a:path w="153035" h="68580">
                  <a:moveTo>
                    <a:pt x="124650" y="2159"/>
                  </a:moveTo>
                  <a:lnTo>
                    <a:pt x="122999" y="0"/>
                  </a:lnTo>
                  <a:lnTo>
                    <a:pt x="111188" y="0"/>
                  </a:lnTo>
                  <a:lnTo>
                    <a:pt x="109537" y="2159"/>
                  </a:lnTo>
                  <a:lnTo>
                    <a:pt x="109537" y="66040"/>
                  </a:lnTo>
                  <a:lnTo>
                    <a:pt x="111188" y="68199"/>
                  </a:lnTo>
                  <a:lnTo>
                    <a:pt x="122999" y="68199"/>
                  </a:lnTo>
                  <a:lnTo>
                    <a:pt x="124650" y="66040"/>
                  </a:lnTo>
                  <a:lnTo>
                    <a:pt x="124650" y="63246"/>
                  </a:lnTo>
                  <a:lnTo>
                    <a:pt x="124650" y="2159"/>
                  </a:lnTo>
                  <a:close/>
                </a:path>
                <a:path w="153035" h="68580">
                  <a:moveTo>
                    <a:pt x="152692" y="2159"/>
                  </a:moveTo>
                  <a:lnTo>
                    <a:pt x="151041" y="0"/>
                  </a:lnTo>
                  <a:lnTo>
                    <a:pt x="139230" y="0"/>
                  </a:lnTo>
                  <a:lnTo>
                    <a:pt x="137579" y="2159"/>
                  </a:lnTo>
                  <a:lnTo>
                    <a:pt x="137579" y="66040"/>
                  </a:lnTo>
                  <a:lnTo>
                    <a:pt x="139230" y="68199"/>
                  </a:lnTo>
                  <a:lnTo>
                    <a:pt x="151041" y="68199"/>
                  </a:lnTo>
                  <a:lnTo>
                    <a:pt x="152692" y="66040"/>
                  </a:lnTo>
                  <a:lnTo>
                    <a:pt x="152692" y="63246"/>
                  </a:lnTo>
                  <a:lnTo>
                    <a:pt x="152692" y="2159"/>
                  </a:lnTo>
                  <a:close/>
                </a:path>
              </a:pathLst>
            </a:custGeom>
            <a:solidFill>
              <a:srgbClr val="3F5771"/>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63" name="object 59">
              <a:extLst>
                <a:ext uri="{FF2B5EF4-FFF2-40B4-BE49-F238E27FC236}">
                  <a16:creationId xmlns:a16="http://schemas.microsoft.com/office/drawing/2014/main" id="{CAC57FDC-35BA-4A8B-C768-7CEF5E949B0E}"/>
                </a:ext>
              </a:extLst>
            </p:cNvPr>
            <p:cNvSpPr/>
            <p:nvPr>
              <p:custDataLst>
                <p:tags r:id="rId59"/>
              </p:custDataLst>
            </p:nvPr>
          </p:nvSpPr>
          <p:spPr>
            <a:xfrm>
              <a:off x="3953691" y="4275455"/>
              <a:ext cx="287172" cy="99223"/>
            </a:xfrm>
            <a:custGeom>
              <a:avLst/>
              <a:gdLst/>
              <a:ahLst/>
              <a:cxnLst/>
              <a:rect l="l" t="t" r="r" b="b"/>
              <a:pathLst>
                <a:path w="347345" h="120014">
                  <a:moveTo>
                    <a:pt x="344804" y="0"/>
                  </a:moveTo>
                  <a:lnTo>
                    <a:pt x="2285" y="0"/>
                  </a:lnTo>
                  <a:lnTo>
                    <a:pt x="0" y="2285"/>
                  </a:lnTo>
                  <a:lnTo>
                    <a:pt x="0" y="117601"/>
                  </a:lnTo>
                  <a:lnTo>
                    <a:pt x="2285" y="119760"/>
                  </a:lnTo>
                  <a:lnTo>
                    <a:pt x="344804" y="119760"/>
                  </a:lnTo>
                  <a:lnTo>
                    <a:pt x="347090" y="117601"/>
                  </a:lnTo>
                  <a:lnTo>
                    <a:pt x="347090" y="114807"/>
                  </a:lnTo>
                  <a:lnTo>
                    <a:pt x="347090" y="2285"/>
                  </a:lnTo>
                  <a:lnTo>
                    <a:pt x="344804" y="0"/>
                  </a:lnTo>
                  <a:close/>
                </a:path>
              </a:pathLst>
            </a:custGeom>
            <a:solidFill>
              <a:srgbClr val="3EA9B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64" name="object 60">
              <a:extLst>
                <a:ext uri="{FF2B5EF4-FFF2-40B4-BE49-F238E27FC236}">
                  <a16:creationId xmlns:a16="http://schemas.microsoft.com/office/drawing/2014/main" id="{DA58376B-E82D-B2C1-46A3-EE1B25ACC440}"/>
                </a:ext>
              </a:extLst>
            </p:cNvPr>
            <p:cNvSpPr/>
            <p:nvPr>
              <p:custDataLst>
                <p:tags r:id="rId60"/>
              </p:custDataLst>
            </p:nvPr>
          </p:nvSpPr>
          <p:spPr>
            <a:xfrm>
              <a:off x="3953691" y="4275455"/>
              <a:ext cx="287172" cy="99223"/>
            </a:xfrm>
            <a:custGeom>
              <a:avLst/>
              <a:gdLst/>
              <a:ahLst/>
              <a:cxnLst/>
              <a:rect l="l" t="t" r="r" b="b"/>
              <a:pathLst>
                <a:path w="347345" h="120014">
                  <a:moveTo>
                    <a:pt x="4952" y="0"/>
                  </a:moveTo>
                  <a:lnTo>
                    <a:pt x="2285" y="0"/>
                  </a:lnTo>
                  <a:lnTo>
                    <a:pt x="0" y="2285"/>
                  </a:lnTo>
                  <a:lnTo>
                    <a:pt x="0" y="117601"/>
                  </a:lnTo>
                  <a:lnTo>
                    <a:pt x="2285" y="119760"/>
                  </a:lnTo>
                  <a:lnTo>
                    <a:pt x="344804" y="119760"/>
                  </a:lnTo>
                  <a:lnTo>
                    <a:pt x="347090" y="117601"/>
                  </a:lnTo>
                  <a:lnTo>
                    <a:pt x="347090" y="114807"/>
                  </a:lnTo>
                  <a:lnTo>
                    <a:pt x="4952" y="0"/>
                  </a:lnTo>
                  <a:close/>
                </a:path>
              </a:pathLst>
            </a:custGeom>
            <a:solidFill>
              <a:srgbClr val="4BADBB"/>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65" name="object 61">
              <a:extLst>
                <a:ext uri="{FF2B5EF4-FFF2-40B4-BE49-F238E27FC236}">
                  <a16:creationId xmlns:a16="http://schemas.microsoft.com/office/drawing/2014/main" id="{D263AF60-8304-B6E2-4A57-DCC06A15E97D}"/>
                </a:ext>
              </a:extLst>
            </p:cNvPr>
            <p:cNvSpPr/>
            <p:nvPr>
              <p:custDataLst>
                <p:tags r:id="rId61"/>
              </p:custDataLst>
            </p:nvPr>
          </p:nvSpPr>
          <p:spPr>
            <a:xfrm>
              <a:off x="4199715" y="4308425"/>
              <a:ext cx="23100" cy="23100"/>
            </a:xfrm>
            <a:custGeom>
              <a:avLst/>
              <a:gdLst/>
              <a:ahLst/>
              <a:cxnLst/>
              <a:rect l="l" t="t" r="r" b="b"/>
              <a:pathLst>
                <a:path w="27939" h="27939">
                  <a:moveTo>
                    <a:pt x="21336" y="0"/>
                  </a:moveTo>
                  <a:lnTo>
                    <a:pt x="6096" y="0"/>
                  </a:lnTo>
                  <a:lnTo>
                    <a:pt x="0" y="6350"/>
                  </a:lnTo>
                  <a:lnTo>
                    <a:pt x="0" y="21336"/>
                  </a:lnTo>
                  <a:lnTo>
                    <a:pt x="6096" y="27686"/>
                  </a:lnTo>
                  <a:lnTo>
                    <a:pt x="21336" y="27686"/>
                  </a:lnTo>
                  <a:lnTo>
                    <a:pt x="27559" y="21336"/>
                  </a:lnTo>
                  <a:lnTo>
                    <a:pt x="27559" y="13843"/>
                  </a:lnTo>
                  <a:lnTo>
                    <a:pt x="27559" y="6350"/>
                  </a:lnTo>
                  <a:lnTo>
                    <a:pt x="21336" y="0"/>
                  </a:lnTo>
                  <a:close/>
                </a:path>
              </a:pathLst>
            </a:custGeom>
            <a:solidFill>
              <a:srgbClr val="7BC792"/>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66" name="object 62">
              <a:extLst>
                <a:ext uri="{FF2B5EF4-FFF2-40B4-BE49-F238E27FC236}">
                  <a16:creationId xmlns:a16="http://schemas.microsoft.com/office/drawing/2014/main" id="{344823D4-562D-FD57-F504-33CA9B951857}"/>
                </a:ext>
              </a:extLst>
            </p:cNvPr>
            <p:cNvSpPr/>
            <p:nvPr>
              <p:custDataLst>
                <p:tags r:id="rId62"/>
              </p:custDataLst>
            </p:nvPr>
          </p:nvSpPr>
          <p:spPr>
            <a:xfrm>
              <a:off x="4166272" y="4308425"/>
              <a:ext cx="23100" cy="23100"/>
            </a:xfrm>
            <a:custGeom>
              <a:avLst/>
              <a:gdLst/>
              <a:ahLst/>
              <a:cxnLst/>
              <a:rect l="l" t="t" r="r" b="b"/>
              <a:pathLst>
                <a:path w="27939" h="27939">
                  <a:moveTo>
                    <a:pt x="21336" y="0"/>
                  </a:moveTo>
                  <a:lnTo>
                    <a:pt x="6096" y="0"/>
                  </a:lnTo>
                  <a:lnTo>
                    <a:pt x="0" y="6350"/>
                  </a:lnTo>
                  <a:lnTo>
                    <a:pt x="0" y="21336"/>
                  </a:lnTo>
                  <a:lnTo>
                    <a:pt x="6096" y="27686"/>
                  </a:lnTo>
                  <a:lnTo>
                    <a:pt x="21336" y="27686"/>
                  </a:lnTo>
                  <a:lnTo>
                    <a:pt x="27559" y="21336"/>
                  </a:lnTo>
                  <a:lnTo>
                    <a:pt x="27559" y="13843"/>
                  </a:lnTo>
                  <a:lnTo>
                    <a:pt x="27559" y="6350"/>
                  </a:lnTo>
                  <a:lnTo>
                    <a:pt x="21336" y="0"/>
                  </a:lnTo>
                  <a:close/>
                </a:path>
              </a:pathLst>
            </a:custGeom>
            <a:solidFill>
              <a:srgbClr val="F3C066"/>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67" name="object 63">
              <a:extLst>
                <a:ext uri="{FF2B5EF4-FFF2-40B4-BE49-F238E27FC236}">
                  <a16:creationId xmlns:a16="http://schemas.microsoft.com/office/drawing/2014/main" id="{FF84FC8A-8120-2E08-9682-60FB6BDED473}"/>
                </a:ext>
              </a:extLst>
            </p:cNvPr>
            <p:cNvSpPr/>
            <p:nvPr>
              <p:custDataLst>
                <p:tags r:id="rId63"/>
              </p:custDataLst>
            </p:nvPr>
          </p:nvSpPr>
          <p:spPr>
            <a:xfrm>
              <a:off x="4133061" y="4308425"/>
              <a:ext cx="23100" cy="23100"/>
            </a:xfrm>
            <a:custGeom>
              <a:avLst/>
              <a:gdLst/>
              <a:ahLst/>
              <a:cxnLst/>
              <a:rect l="l" t="t" r="r" b="b"/>
              <a:pathLst>
                <a:path w="27939" h="27939">
                  <a:moveTo>
                    <a:pt x="21335" y="0"/>
                  </a:moveTo>
                  <a:lnTo>
                    <a:pt x="6095" y="0"/>
                  </a:lnTo>
                  <a:lnTo>
                    <a:pt x="0" y="6350"/>
                  </a:lnTo>
                  <a:lnTo>
                    <a:pt x="0" y="21336"/>
                  </a:lnTo>
                  <a:lnTo>
                    <a:pt x="6095" y="27686"/>
                  </a:lnTo>
                  <a:lnTo>
                    <a:pt x="21335" y="27686"/>
                  </a:lnTo>
                  <a:lnTo>
                    <a:pt x="27558" y="21336"/>
                  </a:lnTo>
                  <a:lnTo>
                    <a:pt x="27558" y="13843"/>
                  </a:lnTo>
                  <a:lnTo>
                    <a:pt x="27558" y="6350"/>
                  </a:lnTo>
                  <a:lnTo>
                    <a:pt x="21335" y="0"/>
                  </a:lnTo>
                  <a:close/>
                </a:path>
              </a:pathLst>
            </a:custGeom>
            <a:solidFill>
              <a:srgbClr val="D77258"/>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68" name="object 64">
              <a:extLst>
                <a:ext uri="{FF2B5EF4-FFF2-40B4-BE49-F238E27FC236}">
                  <a16:creationId xmlns:a16="http://schemas.microsoft.com/office/drawing/2014/main" id="{C655214B-4515-4073-A68C-9D45B4C6A826}"/>
                </a:ext>
              </a:extLst>
            </p:cNvPr>
            <p:cNvSpPr/>
            <p:nvPr>
              <p:custDataLst>
                <p:tags r:id="rId64"/>
              </p:custDataLst>
            </p:nvPr>
          </p:nvSpPr>
          <p:spPr>
            <a:xfrm>
              <a:off x="3968675" y="4138662"/>
              <a:ext cx="239923" cy="255148"/>
            </a:xfrm>
            <a:custGeom>
              <a:avLst/>
              <a:gdLst/>
              <a:ahLst/>
              <a:cxnLst/>
              <a:rect l="l" t="t" r="r" b="b"/>
              <a:pathLst>
                <a:path w="290195" h="308610">
                  <a:moveTo>
                    <a:pt x="15113" y="190982"/>
                  </a:moveTo>
                  <a:lnTo>
                    <a:pt x="13462" y="188823"/>
                  </a:lnTo>
                  <a:lnTo>
                    <a:pt x="1651" y="188823"/>
                  </a:lnTo>
                  <a:lnTo>
                    <a:pt x="0" y="190982"/>
                  </a:lnTo>
                  <a:lnTo>
                    <a:pt x="0" y="254863"/>
                  </a:lnTo>
                  <a:lnTo>
                    <a:pt x="1651" y="257022"/>
                  </a:lnTo>
                  <a:lnTo>
                    <a:pt x="13462" y="257022"/>
                  </a:lnTo>
                  <a:lnTo>
                    <a:pt x="15113" y="254863"/>
                  </a:lnTo>
                  <a:lnTo>
                    <a:pt x="15113" y="252069"/>
                  </a:lnTo>
                  <a:lnTo>
                    <a:pt x="15113" y="190982"/>
                  </a:lnTo>
                  <a:close/>
                </a:path>
                <a:path w="290195" h="308610">
                  <a:moveTo>
                    <a:pt x="42176" y="190982"/>
                  </a:moveTo>
                  <a:lnTo>
                    <a:pt x="40525" y="188823"/>
                  </a:lnTo>
                  <a:lnTo>
                    <a:pt x="28714" y="188823"/>
                  </a:lnTo>
                  <a:lnTo>
                    <a:pt x="27063" y="190982"/>
                  </a:lnTo>
                  <a:lnTo>
                    <a:pt x="27063" y="254863"/>
                  </a:lnTo>
                  <a:lnTo>
                    <a:pt x="28714" y="257022"/>
                  </a:lnTo>
                  <a:lnTo>
                    <a:pt x="40525" y="257022"/>
                  </a:lnTo>
                  <a:lnTo>
                    <a:pt x="42176" y="254863"/>
                  </a:lnTo>
                  <a:lnTo>
                    <a:pt x="42176" y="252069"/>
                  </a:lnTo>
                  <a:lnTo>
                    <a:pt x="42176" y="190982"/>
                  </a:lnTo>
                  <a:close/>
                </a:path>
                <a:path w="290195" h="308610">
                  <a:moveTo>
                    <a:pt x="69545" y="190982"/>
                  </a:moveTo>
                  <a:lnTo>
                    <a:pt x="67894" y="188823"/>
                  </a:lnTo>
                  <a:lnTo>
                    <a:pt x="56083" y="188823"/>
                  </a:lnTo>
                  <a:lnTo>
                    <a:pt x="54432" y="190982"/>
                  </a:lnTo>
                  <a:lnTo>
                    <a:pt x="54432" y="254863"/>
                  </a:lnTo>
                  <a:lnTo>
                    <a:pt x="56083" y="257022"/>
                  </a:lnTo>
                  <a:lnTo>
                    <a:pt x="67894" y="257022"/>
                  </a:lnTo>
                  <a:lnTo>
                    <a:pt x="69545" y="254863"/>
                  </a:lnTo>
                  <a:lnTo>
                    <a:pt x="69545" y="252069"/>
                  </a:lnTo>
                  <a:lnTo>
                    <a:pt x="69545" y="190982"/>
                  </a:lnTo>
                  <a:close/>
                </a:path>
                <a:path w="290195" h="308610">
                  <a:moveTo>
                    <a:pt x="97574" y="190982"/>
                  </a:moveTo>
                  <a:lnTo>
                    <a:pt x="95923" y="188823"/>
                  </a:lnTo>
                  <a:lnTo>
                    <a:pt x="84112" y="188823"/>
                  </a:lnTo>
                  <a:lnTo>
                    <a:pt x="82461" y="190982"/>
                  </a:lnTo>
                  <a:lnTo>
                    <a:pt x="82461" y="254863"/>
                  </a:lnTo>
                  <a:lnTo>
                    <a:pt x="84112" y="257022"/>
                  </a:lnTo>
                  <a:lnTo>
                    <a:pt x="95923" y="257022"/>
                  </a:lnTo>
                  <a:lnTo>
                    <a:pt x="97574" y="254863"/>
                  </a:lnTo>
                  <a:lnTo>
                    <a:pt x="97574" y="252069"/>
                  </a:lnTo>
                  <a:lnTo>
                    <a:pt x="97574" y="190982"/>
                  </a:lnTo>
                  <a:close/>
                </a:path>
                <a:path w="290195" h="308610">
                  <a:moveTo>
                    <a:pt x="124650" y="190982"/>
                  </a:moveTo>
                  <a:lnTo>
                    <a:pt x="122999" y="188823"/>
                  </a:lnTo>
                  <a:lnTo>
                    <a:pt x="111188" y="188823"/>
                  </a:lnTo>
                  <a:lnTo>
                    <a:pt x="109537" y="190982"/>
                  </a:lnTo>
                  <a:lnTo>
                    <a:pt x="109537" y="254863"/>
                  </a:lnTo>
                  <a:lnTo>
                    <a:pt x="111188" y="257022"/>
                  </a:lnTo>
                  <a:lnTo>
                    <a:pt x="122999" y="257022"/>
                  </a:lnTo>
                  <a:lnTo>
                    <a:pt x="124650" y="254863"/>
                  </a:lnTo>
                  <a:lnTo>
                    <a:pt x="124650" y="252069"/>
                  </a:lnTo>
                  <a:lnTo>
                    <a:pt x="124650" y="190982"/>
                  </a:lnTo>
                  <a:close/>
                </a:path>
                <a:path w="290195" h="308610">
                  <a:moveTo>
                    <a:pt x="152692" y="190982"/>
                  </a:moveTo>
                  <a:lnTo>
                    <a:pt x="151041" y="188823"/>
                  </a:lnTo>
                  <a:lnTo>
                    <a:pt x="139230" y="188823"/>
                  </a:lnTo>
                  <a:lnTo>
                    <a:pt x="137579" y="190982"/>
                  </a:lnTo>
                  <a:lnTo>
                    <a:pt x="137579" y="254863"/>
                  </a:lnTo>
                  <a:lnTo>
                    <a:pt x="139230" y="257022"/>
                  </a:lnTo>
                  <a:lnTo>
                    <a:pt x="151041" y="257022"/>
                  </a:lnTo>
                  <a:lnTo>
                    <a:pt x="152692" y="254863"/>
                  </a:lnTo>
                  <a:lnTo>
                    <a:pt x="152692" y="252069"/>
                  </a:lnTo>
                  <a:lnTo>
                    <a:pt x="152692" y="190982"/>
                  </a:lnTo>
                  <a:close/>
                </a:path>
                <a:path w="290195" h="308610">
                  <a:moveTo>
                    <a:pt x="289928" y="285419"/>
                  </a:moveTo>
                  <a:lnTo>
                    <a:pt x="20815" y="285419"/>
                  </a:lnTo>
                  <a:lnTo>
                    <a:pt x="20815" y="308152"/>
                  </a:lnTo>
                  <a:lnTo>
                    <a:pt x="289928" y="308152"/>
                  </a:lnTo>
                  <a:lnTo>
                    <a:pt x="289928" y="285419"/>
                  </a:lnTo>
                  <a:close/>
                </a:path>
                <a:path w="290195" h="308610">
                  <a:moveTo>
                    <a:pt x="289928" y="142709"/>
                  </a:moveTo>
                  <a:lnTo>
                    <a:pt x="20815" y="142709"/>
                  </a:lnTo>
                  <a:lnTo>
                    <a:pt x="20815" y="165442"/>
                  </a:lnTo>
                  <a:lnTo>
                    <a:pt x="289928" y="165442"/>
                  </a:lnTo>
                  <a:lnTo>
                    <a:pt x="289928" y="142709"/>
                  </a:lnTo>
                  <a:close/>
                </a:path>
                <a:path w="290195" h="308610">
                  <a:moveTo>
                    <a:pt x="289928" y="0"/>
                  </a:moveTo>
                  <a:lnTo>
                    <a:pt x="20815" y="0"/>
                  </a:lnTo>
                  <a:lnTo>
                    <a:pt x="20815" y="22733"/>
                  </a:lnTo>
                  <a:lnTo>
                    <a:pt x="289928" y="22733"/>
                  </a:lnTo>
                  <a:lnTo>
                    <a:pt x="289928" y="0"/>
                  </a:lnTo>
                  <a:close/>
                </a:path>
              </a:pathLst>
            </a:custGeom>
            <a:solidFill>
              <a:srgbClr val="3F5771"/>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69" name="object 65">
              <a:extLst>
                <a:ext uri="{FF2B5EF4-FFF2-40B4-BE49-F238E27FC236}">
                  <a16:creationId xmlns:a16="http://schemas.microsoft.com/office/drawing/2014/main" id="{34417906-7E5C-4D39-F9E2-5BD53667B782}"/>
                </a:ext>
              </a:extLst>
            </p:cNvPr>
            <p:cNvSpPr/>
            <p:nvPr>
              <p:custDataLst>
                <p:tags r:id="rId65"/>
              </p:custDataLst>
            </p:nvPr>
          </p:nvSpPr>
          <p:spPr>
            <a:xfrm>
              <a:off x="4132998" y="4190510"/>
              <a:ext cx="11550" cy="141224"/>
            </a:xfrm>
            <a:custGeom>
              <a:avLst/>
              <a:gdLst/>
              <a:ahLst/>
              <a:cxnLst/>
              <a:rect l="l" t="t" r="r" b="b"/>
              <a:pathLst>
                <a:path w="13970" h="170814">
                  <a:moveTo>
                    <a:pt x="13843" y="142709"/>
                  </a:moveTo>
                  <a:lnTo>
                    <a:pt x="6350" y="142709"/>
                  </a:lnTo>
                  <a:lnTo>
                    <a:pt x="0" y="148805"/>
                  </a:lnTo>
                  <a:lnTo>
                    <a:pt x="0" y="164045"/>
                  </a:lnTo>
                  <a:lnTo>
                    <a:pt x="6350" y="170268"/>
                  </a:lnTo>
                  <a:lnTo>
                    <a:pt x="13843" y="170268"/>
                  </a:lnTo>
                  <a:lnTo>
                    <a:pt x="13843" y="142709"/>
                  </a:lnTo>
                  <a:close/>
                </a:path>
                <a:path w="13970" h="170814">
                  <a:moveTo>
                    <a:pt x="13843" y="0"/>
                  </a:moveTo>
                  <a:lnTo>
                    <a:pt x="6350" y="0"/>
                  </a:lnTo>
                  <a:lnTo>
                    <a:pt x="0" y="6096"/>
                  </a:lnTo>
                  <a:lnTo>
                    <a:pt x="0" y="21336"/>
                  </a:lnTo>
                  <a:lnTo>
                    <a:pt x="6350" y="27559"/>
                  </a:lnTo>
                  <a:lnTo>
                    <a:pt x="13843" y="27559"/>
                  </a:lnTo>
                  <a:lnTo>
                    <a:pt x="13843" y="0"/>
                  </a:lnTo>
                  <a:close/>
                </a:path>
              </a:pathLst>
            </a:custGeom>
            <a:solidFill>
              <a:srgbClr val="F47C5E"/>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70" name="object 66">
              <a:extLst>
                <a:ext uri="{FF2B5EF4-FFF2-40B4-BE49-F238E27FC236}">
                  <a16:creationId xmlns:a16="http://schemas.microsoft.com/office/drawing/2014/main" id="{DA6484EA-D3FA-C727-1C9F-FF482F0DF71F}"/>
                </a:ext>
              </a:extLst>
            </p:cNvPr>
            <p:cNvSpPr/>
            <p:nvPr>
              <p:custDataLst>
                <p:tags r:id="rId66"/>
              </p:custDataLst>
            </p:nvPr>
          </p:nvSpPr>
          <p:spPr>
            <a:xfrm>
              <a:off x="4166210" y="4190332"/>
              <a:ext cx="11550" cy="141224"/>
            </a:xfrm>
            <a:custGeom>
              <a:avLst/>
              <a:gdLst/>
              <a:ahLst/>
              <a:cxnLst/>
              <a:rect l="l" t="t" r="r" b="b"/>
              <a:pathLst>
                <a:path w="13970" h="170814">
                  <a:moveTo>
                    <a:pt x="13843" y="142925"/>
                  </a:moveTo>
                  <a:lnTo>
                    <a:pt x="6350" y="142925"/>
                  </a:lnTo>
                  <a:lnTo>
                    <a:pt x="0" y="149021"/>
                  </a:lnTo>
                  <a:lnTo>
                    <a:pt x="0" y="164261"/>
                  </a:lnTo>
                  <a:lnTo>
                    <a:pt x="6350" y="170484"/>
                  </a:lnTo>
                  <a:lnTo>
                    <a:pt x="13843" y="170484"/>
                  </a:lnTo>
                  <a:lnTo>
                    <a:pt x="13843" y="142925"/>
                  </a:lnTo>
                  <a:close/>
                </a:path>
                <a:path w="13970" h="170814">
                  <a:moveTo>
                    <a:pt x="13843" y="0"/>
                  </a:moveTo>
                  <a:lnTo>
                    <a:pt x="6350" y="0"/>
                  </a:lnTo>
                  <a:lnTo>
                    <a:pt x="0" y="6096"/>
                  </a:lnTo>
                  <a:lnTo>
                    <a:pt x="0" y="21336"/>
                  </a:lnTo>
                  <a:lnTo>
                    <a:pt x="6350" y="27559"/>
                  </a:lnTo>
                  <a:lnTo>
                    <a:pt x="13843" y="27559"/>
                  </a:lnTo>
                  <a:lnTo>
                    <a:pt x="13843" y="0"/>
                  </a:lnTo>
                  <a:close/>
                </a:path>
              </a:pathLst>
            </a:custGeom>
            <a:solidFill>
              <a:srgbClr val="F6CD74"/>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71" name="object 67">
              <a:extLst>
                <a:ext uri="{FF2B5EF4-FFF2-40B4-BE49-F238E27FC236}">
                  <a16:creationId xmlns:a16="http://schemas.microsoft.com/office/drawing/2014/main" id="{0C5B9DD9-65B0-8D76-914D-F10FE52B73A5}"/>
                </a:ext>
              </a:extLst>
            </p:cNvPr>
            <p:cNvSpPr/>
            <p:nvPr>
              <p:custDataLst>
                <p:tags r:id="rId67"/>
              </p:custDataLst>
            </p:nvPr>
          </p:nvSpPr>
          <p:spPr>
            <a:xfrm>
              <a:off x="4199630" y="4308498"/>
              <a:ext cx="11550" cy="23100"/>
            </a:xfrm>
            <a:custGeom>
              <a:avLst/>
              <a:gdLst/>
              <a:ahLst/>
              <a:cxnLst/>
              <a:rect l="l" t="t" r="r" b="b"/>
              <a:pathLst>
                <a:path w="13970" h="27939">
                  <a:moveTo>
                    <a:pt x="13842" y="0"/>
                  </a:moveTo>
                  <a:lnTo>
                    <a:pt x="6349" y="0"/>
                  </a:lnTo>
                  <a:lnTo>
                    <a:pt x="0" y="6095"/>
                  </a:lnTo>
                  <a:lnTo>
                    <a:pt x="0" y="21335"/>
                  </a:lnTo>
                  <a:lnTo>
                    <a:pt x="6349" y="27558"/>
                  </a:lnTo>
                  <a:lnTo>
                    <a:pt x="13842" y="27558"/>
                  </a:lnTo>
                  <a:lnTo>
                    <a:pt x="13842" y="0"/>
                  </a:lnTo>
                  <a:close/>
                </a:path>
              </a:pathLst>
            </a:custGeom>
            <a:solidFill>
              <a:srgbClr val="8BCC9A"/>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pic>
          <p:nvPicPr>
            <p:cNvPr id="72" name="object 68">
              <a:extLst>
                <a:ext uri="{FF2B5EF4-FFF2-40B4-BE49-F238E27FC236}">
                  <a16:creationId xmlns:a16="http://schemas.microsoft.com/office/drawing/2014/main" id="{E01379CF-F8AA-7BE6-79BB-16333E6ED52D}"/>
                </a:ext>
              </a:extLst>
            </p:cNvPr>
            <p:cNvPicPr/>
            <p:nvPr>
              <p:custDataLst>
                <p:tags r:id="rId68"/>
              </p:custDataLst>
            </p:nvPr>
          </p:nvPicPr>
          <p:blipFill>
            <a:blip r:embed="rId128" cstate="print"/>
            <a:stretch>
              <a:fillRect/>
            </a:stretch>
          </p:blipFill>
          <p:spPr>
            <a:xfrm>
              <a:off x="5335153" y="3998100"/>
              <a:ext cx="633847" cy="434769"/>
            </a:xfrm>
            <a:prstGeom prst="rect">
              <a:avLst/>
            </a:prstGeom>
          </p:spPr>
        </p:pic>
        <p:sp>
          <p:nvSpPr>
            <p:cNvPr id="73" name="object 69">
              <a:extLst>
                <a:ext uri="{FF2B5EF4-FFF2-40B4-BE49-F238E27FC236}">
                  <a16:creationId xmlns:a16="http://schemas.microsoft.com/office/drawing/2014/main" id="{737505FB-EE55-FD61-B0CD-99F6FBF1A398}"/>
                </a:ext>
              </a:extLst>
            </p:cNvPr>
            <p:cNvSpPr/>
            <p:nvPr>
              <p:custDataLst>
                <p:tags r:id="rId69"/>
              </p:custDataLst>
            </p:nvPr>
          </p:nvSpPr>
          <p:spPr>
            <a:xfrm>
              <a:off x="2773430" y="6331262"/>
              <a:ext cx="295047" cy="494545"/>
            </a:xfrm>
            <a:custGeom>
              <a:avLst/>
              <a:gdLst/>
              <a:ahLst/>
              <a:cxnLst/>
              <a:rect l="l" t="t" r="r" b="b"/>
              <a:pathLst>
                <a:path w="356869" h="598170">
                  <a:moveTo>
                    <a:pt x="213233" y="4953"/>
                  </a:moveTo>
                  <a:lnTo>
                    <a:pt x="210820" y="2540"/>
                  </a:lnTo>
                  <a:lnTo>
                    <a:pt x="208407" y="0"/>
                  </a:lnTo>
                  <a:lnTo>
                    <a:pt x="204343" y="0"/>
                  </a:lnTo>
                  <a:lnTo>
                    <a:pt x="179489" y="44246"/>
                  </a:lnTo>
                  <a:lnTo>
                    <a:pt x="177927" y="60325"/>
                  </a:lnTo>
                  <a:lnTo>
                    <a:pt x="179489" y="76415"/>
                  </a:lnTo>
                  <a:lnTo>
                    <a:pt x="201930" y="118237"/>
                  </a:lnTo>
                  <a:lnTo>
                    <a:pt x="204724" y="120015"/>
                  </a:lnTo>
                  <a:lnTo>
                    <a:pt x="208026" y="120015"/>
                  </a:lnTo>
                  <a:lnTo>
                    <a:pt x="209550" y="119380"/>
                  </a:lnTo>
                  <a:lnTo>
                    <a:pt x="210820" y="118237"/>
                  </a:lnTo>
                  <a:lnTo>
                    <a:pt x="213233" y="115824"/>
                  </a:lnTo>
                  <a:lnTo>
                    <a:pt x="213233" y="111760"/>
                  </a:lnTo>
                  <a:lnTo>
                    <a:pt x="210820" y="109347"/>
                  </a:lnTo>
                  <a:lnTo>
                    <a:pt x="202120" y="98780"/>
                  </a:lnTo>
                  <a:lnTo>
                    <a:pt x="195745" y="86893"/>
                  </a:lnTo>
                  <a:lnTo>
                    <a:pt x="191833" y="73977"/>
                  </a:lnTo>
                  <a:lnTo>
                    <a:pt x="190500" y="60325"/>
                  </a:lnTo>
                  <a:lnTo>
                    <a:pt x="191833" y="46761"/>
                  </a:lnTo>
                  <a:lnTo>
                    <a:pt x="195745" y="33883"/>
                  </a:lnTo>
                  <a:lnTo>
                    <a:pt x="202120" y="22009"/>
                  </a:lnTo>
                  <a:lnTo>
                    <a:pt x="210820" y="11430"/>
                  </a:lnTo>
                  <a:lnTo>
                    <a:pt x="213233" y="8890"/>
                  </a:lnTo>
                  <a:lnTo>
                    <a:pt x="213233" y="4953"/>
                  </a:lnTo>
                  <a:close/>
                </a:path>
                <a:path w="356869" h="598170">
                  <a:moveTo>
                    <a:pt x="240030" y="31750"/>
                  </a:moveTo>
                  <a:lnTo>
                    <a:pt x="235077" y="26797"/>
                  </a:lnTo>
                  <a:lnTo>
                    <a:pt x="231140" y="26797"/>
                  </a:lnTo>
                  <a:lnTo>
                    <a:pt x="215773" y="60579"/>
                  </a:lnTo>
                  <a:lnTo>
                    <a:pt x="216623" y="69126"/>
                  </a:lnTo>
                  <a:lnTo>
                    <a:pt x="231521" y="93345"/>
                  </a:lnTo>
                  <a:lnTo>
                    <a:pt x="234696" y="93345"/>
                  </a:lnTo>
                  <a:lnTo>
                    <a:pt x="236220" y="92837"/>
                  </a:lnTo>
                  <a:lnTo>
                    <a:pt x="237490" y="91694"/>
                  </a:lnTo>
                  <a:lnTo>
                    <a:pt x="240030" y="89154"/>
                  </a:lnTo>
                  <a:lnTo>
                    <a:pt x="240030" y="85217"/>
                  </a:lnTo>
                  <a:lnTo>
                    <a:pt x="231521" y="76708"/>
                  </a:lnTo>
                  <a:lnTo>
                    <a:pt x="228460" y="69126"/>
                  </a:lnTo>
                  <a:lnTo>
                    <a:pt x="228434" y="51841"/>
                  </a:lnTo>
                  <a:lnTo>
                    <a:pt x="231521" y="44069"/>
                  </a:lnTo>
                  <a:lnTo>
                    <a:pt x="237490" y="38100"/>
                  </a:lnTo>
                  <a:lnTo>
                    <a:pt x="240030" y="35687"/>
                  </a:lnTo>
                  <a:lnTo>
                    <a:pt x="240030" y="31750"/>
                  </a:lnTo>
                  <a:close/>
                </a:path>
                <a:path w="356869" h="598170">
                  <a:moveTo>
                    <a:pt x="272415" y="53467"/>
                  </a:moveTo>
                  <a:lnTo>
                    <a:pt x="266700" y="47879"/>
                  </a:lnTo>
                  <a:lnTo>
                    <a:pt x="252857" y="47879"/>
                  </a:lnTo>
                  <a:lnTo>
                    <a:pt x="247142" y="53467"/>
                  </a:lnTo>
                  <a:lnTo>
                    <a:pt x="247142" y="67310"/>
                  </a:lnTo>
                  <a:lnTo>
                    <a:pt x="252857" y="72898"/>
                  </a:lnTo>
                  <a:lnTo>
                    <a:pt x="266700" y="72898"/>
                  </a:lnTo>
                  <a:lnTo>
                    <a:pt x="272415" y="67310"/>
                  </a:lnTo>
                  <a:lnTo>
                    <a:pt x="272415" y="53467"/>
                  </a:lnTo>
                  <a:close/>
                </a:path>
                <a:path w="356869" h="598170">
                  <a:moveTo>
                    <a:pt x="272542" y="161925"/>
                  </a:moveTo>
                  <a:lnTo>
                    <a:pt x="272415" y="91059"/>
                  </a:lnTo>
                  <a:lnTo>
                    <a:pt x="263017" y="81534"/>
                  </a:lnTo>
                  <a:lnTo>
                    <a:pt x="256540" y="81534"/>
                  </a:lnTo>
                  <a:lnTo>
                    <a:pt x="253492" y="82804"/>
                  </a:lnTo>
                  <a:lnTo>
                    <a:pt x="248412" y="87630"/>
                  </a:lnTo>
                  <a:lnTo>
                    <a:pt x="247269" y="91059"/>
                  </a:lnTo>
                  <a:lnTo>
                    <a:pt x="247269" y="161925"/>
                  </a:lnTo>
                  <a:lnTo>
                    <a:pt x="247523" y="162560"/>
                  </a:lnTo>
                  <a:lnTo>
                    <a:pt x="247904" y="163068"/>
                  </a:lnTo>
                  <a:lnTo>
                    <a:pt x="248412" y="163449"/>
                  </a:lnTo>
                  <a:lnTo>
                    <a:pt x="249047" y="163703"/>
                  </a:lnTo>
                  <a:lnTo>
                    <a:pt x="270510" y="163703"/>
                  </a:lnTo>
                  <a:lnTo>
                    <a:pt x="271272" y="163449"/>
                  </a:lnTo>
                  <a:lnTo>
                    <a:pt x="272161" y="162560"/>
                  </a:lnTo>
                  <a:lnTo>
                    <a:pt x="272542" y="161925"/>
                  </a:lnTo>
                  <a:close/>
                </a:path>
                <a:path w="356869" h="598170">
                  <a:moveTo>
                    <a:pt x="303911" y="60325"/>
                  </a:moveTo>
                  <a:lnTo>
                    <a:pt x="288544" y="26670"/>
                  </a:lnTo>
                  <a:lnTo>
                    <a:pt x="284480" y="26670"/>
                  </a:lnTo>
                  <a:lnTo>
                    <a:pt x="282067" y="29210"/>
                  </a:lnTo>
                  <a:lnTo>
                    <a:pt x="279654" y="31623"/>
                  </a:lnTo>
                  <a:lnTo>
                    <a:pt x="279654" y="35560"/>
                  </a:lnTo>
                  <a:lnTo>
                    <a:pt x="282067" y="38100"/>
                  </a:lnTo>
                  <a:lnTo>
                    <a:pt x="288036" y="44069"/>
                  </a:lnTo>
                  <a:lnTo>
                    <a:pt x="291211" y="51650"/>
                  </a:lnTo>
                  <a:lnTo>
                    <a:pt x="291211" y="69011"/>
                  </a:lnTo>
                  <a:lnTo>
                    <a:pt x="288036" y="76708"/>
                  </a:lnTo>
                  <a:lnTo>
                    <a:pt x="279654" y="85090"/>
                  </a:lnTo>
                  <a:lnTo>
                    <a:pt x="279654" y="89154"/>
                  </a:lnTo>
                  <a:lnTo>
                    <a:pt x="283337" y="92837"/>
                  </a:lnTo>
                  <a:lnTo>
                    <a:pt x="284861" y="93345"/>
                  </a:lnTo>
                  <a:lnTo>
                    <a:pt x="288163" y="93345"/>
                  </a:lnTo>
                  <a:lnTo>
                    <a:pt x="303060" y="69011"/>
                  </a:lnTo>
                  <a:lnTo>
                    <a:pt x="303911" y="60325"/>
                  </a:lnTo>
                  <a:close/>
                </a:path>
                <a:path w="356869" h="598170">
                  <a:moveTo>
                    <a:pt x="341503" y="203200"/>
                  </a:moveTo>
                  <a:lnTo>
                    <a:pt x="340055" y="196100"/>
                  </a:lnTo>
                  <a:lnTo>
                    <a:pt x="336118" y="190233"/>
                  </a:lnTo>
                  <a:lnTo>
                    <a:pt x="330301" y="186258"/>
                  </a:lnTo>
                  <a:lnTo>
                    <a:pt x="323215" y="184785"/>
                  </a:lnTo>
                  <a:lnTo>
                    <a:pt x="136652" y="184785"/>
                  </a:lnTo>
                  <a:lnTo>
                    <a:pt x="136652" y="227203"/>
                  </a:lnTo>
                  <a:lnTo>
                    <a:pt x="136652" y="239395"/>
                  </a:lnTo>
                  <a:lnTo>
                    <a:pt x="131572" y="244475"/>
                  </a:lnTo>
                  <a:lnTo>
                    <a:pt x="119126" y="244475"/>
                  </a:lnTo>
                  <a:lnTo>
                    <a:pt x="114046" y="239395"/>
                  </a:lnTo>
                  <a:lnTo>
                    <a:pt x="114046" y="227203"/>
                  </a:lnTo>
                  <a:lnTo>
                    <a:pt x="119126" y="222250"/>
                  </a:lnTo>
                  <a:lnTo>
                    <a:pt x="131572" y="222250"/>
                  </a:lnTo>
                  <a:lnTo>
                    <a:pt x="136652" y="227203"/>
                  </a:lnTo>
                  <a:lnTo>
                    <a:pt x="136652" y="184785"/>
                  </a:lnTo>
                  <a:lnTo>
                    <a:pt x="96266" y="184785"/>
                  </a:lnTo>
                  <a:lnTo>
                    <a:pt x="96266" y="227203"/>
                  </a:lnTo>
                  <a:lnTo>
                    <a:pt x="96266" y="239395"/>
                  </a:lnTo>
                  <a:lnTo>
                    <a:pt x="91186" y="244475"/>
                  </a:lnTo>
                  <a:lnTo>
                    <a:pt x="78867" y="244475"/>
                  </a:lnTo>
                  <a:lnTo>
                    <a:pt x="73787" y="239395"/>
                  </a:lnTo>
                  <a:lnTo>
                    <a:pt x="73787" y="227203"/>
                  </a:lnTo>
                  <a:lnTo>
                    <a:pt x="78867" y="222250"/>
                  </a:lnTo>
                  <a:lnTo>
                    <a:pt x="91186" y="222250"/>
                  </a:lnTo>
                  <a:lnTo>
                    <a:pt x="96266" y="227203"/>
                  </a:lnTo>
                  <a:lnTo>
                    <a:pt x="96266" y="184785"/>
                  </a:lnTo>
                  <a:lnTo>
                    <a:pt x="56007" y="184785"/>
                  </a:lnTo>
                  <a:lnTo>
                    <a:pt x="56007" y="227203"/>
                  </a:lnTo>
                  <a:lnTo>
                    <a:pt x="56007" y="233426"/>
                  </a:lnTo>
                  <a:lnTo>
                    <a:pt x="55880" y="239395"/>
                  </a:lnTo>
                  <a:lnTo>
                    <a:pt x="50927" y="244475"/>
                  </a:lnTo>
                  <a:lnTo>
                    <a:pt x="38608" y="244475"/>
                  </a:lnTo>
                  <a:lnTo>
                    <a:pt x="33528" y="239395"/>
                  </a:lnTo>
                  <a:lnTo>
                    <a:pt x="33528" y="227203"/>
                  </a:lnTo>
                  <a:lnTo>
                    <a:pt x="38608" y="222250"/>
                  </a:lnTo>
                  <a:lnTo>
                    <a:pt x="50927" y="222250"/>
                  </a:lnTo>
                  <a:lnTo>
                    <a:pt x="56007" y="227203"/>
                  </a:lnTo>
                  <a:lnTo>
                    <a:pt x="56007" y="184785"/>
                  </a:lnTo>
                  <a:lnTo>
                    <a:pt x="33528" y="184785"/>
                  </a:lnTo>
                  <a:lnTo>
                    <a:pt x="26479" y="186258"/>
                  </a:lnTo>
                  <a:lnTo>
                    <a:pt x="20662" y="190233"/>
                  </a:lnTo>
                  <a:lnTo>
                    <a:pt x="16700" y="196100"/>
                  </a:lnTo>
                  <a:lnTo>
                    <a:pt x="15240" y="203200"/>
                  </a:lnTo>
                  <a:lnTo>
                    <a:pt x="15240" y="263525"/>
                  </a:lnTo>
                  <a:lnTo>
                    <a:pt x="16700" y="270700"/>
                  </a:lnTo>
                  <a:lnTo>
                    <a:pt x="20662" y="276542"/>
                  </a:lnTo>
                  <a:lnTo>
                    <a:pt x="26479" y="280492"/>
                  </a:lnTo>
                  <a:lnTo>
                    <a:pt x="33528" y="281940"/>
                  </a:lnTo>
                  <a:lnTo>
                    <a:pt x="323215" y="281940"/>
                  </a:lnTo>
                  <a:lnTo>
                    <a:pt x="330301" y="280492"/>
                  </a:lnTo>
                  <a:lnTo>
                    <a:pt x="336118" y="276542"/>
                  </a:lnTo>
                  <a:lnTo>
                    <a:pt x="340055" y="270700"/>
                  </a:lnTo>
                  <a:lnTo>
                    <a:pt x="341503" y="263525"/>
                  </a:lnTo>
                  <a:lnTo>
                    <a:pt x="341503" y="244475"/>
                  </a:lnTo>
                  <a:lnTo>
                    <a:pt x="341503" y="222250"/>
                  </a:lnTo>
                  <a:lnTo>
                    <a:pt x="341503" y="203200"/>
                  </a:lnTo>
                  <a:close/>
                </a:path>
                <a:path w="356869" h="598170">
                  <a:moveTo>
                    <a:pt x="341630" y="60325"/>
                  </a:moveTo>
                  <a:lnTo>
                    <a:pt x="327914" y="14986"/>
                  </a:lnTo>
                  <a:lnTo>
                    <a:pt x="315214" y="0"/>
                  </a:lnTo>
                  <a:lnTo>
                    <a:pt x="311150" y="0"/>
                  </a:lnTo>
                  <a:lnTo>
                    <a:pt x="308737" y="2540"/>
                  </a:lnTo>
                  <a:lnTo>
                    <a:pt x="306324" y="4953"/>
                  </a:lnTo>
                  <a:lnTo>
                    <a:pt x="306324" y="8890"/>
                  </a:lnTo>
                  <a:lnTo>
                    <a:pt x="308737" y="11430"/>
                  </a:lnTo>
                  <a:lnTo>
                    <a:pt x="317423" y="22009"/>
                  </a:lnTo>
                  <a:lnTo>
                    <a:pt x="323799" y="33883"/>
                  </a:lnTo>
                  <a:lnTo>
                    <a:pt x="327710" y="46761"/>
                  </a:lnTo>
                  <a:lnTo>
                    <a:pt x="329057" y="60325"/>
                  </a:lnTo>
                  <a:lnTo>
                    <a:pt x="327710" y="73977"/>
                  </a:lnTo>
                  <a:lnTo>
                    <a:pt x="323799" y="86893"/>
                  </a:lnTo>
                  <a:lnTo>
                    <a:pt x="317423" y="98780"/>
                  </a:lnTo>
                  <a:lnTo>
                    <a:pt x="308737" y="109347"/>
                  </a:lnTo>
                  <a:lnTo>
                    <a:pt x="306324" y="111760"/>
                  </a:lnTo>
                  <a:lnTo>
                    <a:pt x="306324" y="115824"/>
                  </a:lnTo>
                  <a:lnTo>
                    <a:pt x="308737" y="118237"/>
                  </a:lnTo>
                  <a:lnTo>
                    <a:pt x="310007" y="119380"/>
                  </a:lnTo>
                  <a:lnTo>
                    <a:pt x="311658" y="120015"/>
                  </a:lnTo>
                  <a:lnTo>
                    <a:pt x="314833" y="120015"/>
                  </a:lnTo>
                  <a:lnTo>
                    <a:pt x="340055" y="76415"/>
                  </a:lnTo>
                  <a:lnTo>
                    <a:pt x="341630" y="60325"/>
                  </a:lnTo>
                  <a:close/>
                </a:path>
                <a:path w="356869" h="598170">
                  <a:moveTo>
                    <a:pt x="347573" y="554913"/>
                  </a:moveTo>
                  <a:lnTo>
                    <a:pt x="342239" y="560755"/>
                  </a:lnTo>
                  <a:lnTo>
                    <a:pt x="14579" y="560755"/>
                  </a:lnTo>
                  <a:lnTo>
                    <a:pt x="9372" y="554913"/>
                  </a:lnTo>
                  <a:lnTo>
                    <a:pt x="9372" y="594283"/>
                  </a:lnTo>
                  <a:lnTo>
                    <a:pt x="12293" y="597712"/>
                  </a:lnTo>
                  <a:lnTo>
                    <a:pt x="344398" y="597712"/>
                  </a:lnTo>
                  <a:lnTo>
                    <a:pt x="347573" y="594283"/>
                  </a:lnTo>
                  <a:lnTo>
                    <a:pt x="347573" y="560755"/>
                  </a:lnTo>
                  <a:lnTo>
                    <a:pt x="347573" y="554913"/>
                  </a:lnTo>
                  <a:close/>
                </a:path>
                <a:path w="356869" h="598170">
                  <a:moveTo>
                    <a:pt x="347573" y="514019"/>
                  </a:moveTo>
                  <a:lnTo>
                    <a:pt x="344398" y="510590"/>
                  </a:lnTo>
                  <a:lnTo>
                    <a:pt x="302742" y="510590"/>
                  </a:lnTo>
                  <a:lnTo>
                    <a:pt x="300837" y="438721"/>
                  </a:lnTo>
                  <a:lnTo>
                    <a:pt x="300837" y="530275"/>
                  </a:lnTo>
                  <a:lnTo>
                    <a:pt x="300837" y="538403"/>
                  </a:lnTo>
                  <a:lnTo>
                    <a:pt x="299694" y="539673"/>
                  </a:lnTo>
                  <a:lnTo>
                    <a:pt x="286232" y="539673"/>
                  </a:lnTo>
                  <a:lnTo>
                    <a:pt x="285216" y="538403"/>
                  </a:lnTo>
                  <a:lnTo>
                    <a:pt x="285216" y="530275"/>
                  </a:lnTo>
                  <a:lnTo>
                    <a:pt x="286232" y="529005"/>
                  </a:lnTo>
                  <a:lnTo>
                    <a:pt x="299694" y="529005"/>
                  </a:lnTo>
                  <a:lnTo>
                    <a:pt x="300837" y="530275"/>
                  </a:lnTo>
                  <a:lnTo>
                    <a:pt x="300837" y="438721"/>
                  </a:lnTo>
                  <a:lnTo>
                    <a:pt x="298551" y="352475"/>
                  </a:lnTo>
                  <a:lnTo>
                    <a:pt x="298551" y="350824"/>
                  </a:lnTo>
                  <a:lnTo>
                    <a:pt x="296011" y="349554"/>
                  </a:lnTo>
                  <a:lnTo>
                    <a:pt x="290042" y="349554"/>
                  </a:lnTo>
                  <a:lnTo>
                    <a:pt x="287502" y="350824"/>
                  </a:lnTo>
                  <a:lnTo>
                    <a:pt x="287502" y="352475"/>
                  </a:lnTo>
                  <a:lnTo>
                    <a:pt x="283438" y="510590"/>
                  </a:lnTo>
                  <a:lnTo>
                    <a:pt x="266039" y="510590"/>
                  </a:lnTo>
                  <a:lnTo>
                    <a:pt x="266039" y="530275"/>
                  </a:lnTo>
                  <a:lnTo>
                    <a:pt x="266039" y="538403"/>
                  </a:lnTo>
                  <a:lnTo>
                    <a:pt x="264896" y="539673"/>
                  </a:lnTo>
                  <a:lnTo>
                    <a:pt x="251434" y="539673"/>
                  </a:lnTo>
                  <a:lnTo>
                    <a:pt x="250418" y="538403"/>
                  </a:lnTo>
                  <a:lnTo>
                    <a:pt x="250418" y="530275"/>
                  </a:lnTo>
                  <a:lnTo>
                    <a:pt x="251434" y="529005"/>
                  </a:lnTo>
                  <a:lnTo>
                    <a:pt x="264896" y="529005"/>
                  </a:lnTo>
                  <a:lnTo>
                    <a:pt x="266039" y="530275"/>
                  </a:lnTo>
                  <a:lnTo>
                    <a:pt x="266039" y="510590"/>
                  </a:lnTo>
                  <a:lnTo>
                    <a:pt x="231241" y="510590"/>
                  </a:lnTo>
                  <a:lnTo>
                    <a:pt x="231241" y="530275"/>
                  </a:lnTo>
                  <a:lnTo>
                    <a:pt x="231241" y="538403"/>
                  </a:lnTo>
                  <a:lnTo>
                    <a:pt x="230098" y="539673"/>
                  </a:lnTo>
                  <a:lnTo>
                    <a:pt x="216636" y="539673"/>
                  </a:lnTo>
                  <a:lnTo>
                    <a:pt x="215620" y="538403"/>
                  </a:lnTo>
                  <a:lnTo>
                    <a:pt x="215620" y="530275"/>
                  </a:lnTo>
                  <a:lnTo>
                    <a:pt x="216636" y="529005"/>
                  </a:lnTo>
                  <a:lnTo>
                    <a:pt x="230098" y="529005"/>
                  </a:lnTo>
                  <a:lnTo>
                    <a:pt x="231241" y="530275"/>
                  </a:lnTo>
                  <a:lnTo>
                    <a:pt x="231241" y="510590"/>
                  </a:lnTo>
                  <a:lnTo>
                    <a:pt x="196443" y="510590"/>
                  </a:lnTo>
                  <a:lnTo>
                    <a:pt x="196443" y="530275"/>
                  </a:lnTo>
                  <a:lnTo>
                    <a:pt x="196443" y="538403"/>
                  </a:lnTo>
                  <a:lnTo>
                    <a:pt x="195300" y="539673"/>
                  </a:lnTo>
                  <a:lnTo>
                    <a:pt x="181838" y="539673"/>
                  </a:lnTo>
                  <a:lnTo>
                    <a:pt x="180822" y="538403"/>
                  </a:lnTo>
                  <a:lnTo>
                    <a:pt x="180822" y="530275"/>
                  </a:lnTo>
                  <a:lnTo>
                    <a:pt x="181838" y="529005"/>
                  </a:lnTo>
                  <a:lnTo>
                    <a:pt x="195300" y="529005"/>
                  </a:lnTo>
                  <a:lnTo>
                    <a:pt x="196443" y="530275"/>
                  </a:lnTo>
                  <a:lnTo>
                    <a:pt x="196443" y="510590"/>
                  </a:lnTo>
                  <a:lnTo>
                    <a:pt x="187553" y="510590"/>
                  </a:lnTo>
                  <a:lnTo>
                    <a:pt x="183362" y="352475"/>
                  </a:lnTo>
                  <a:lnTo>
                    <a:pt x="183362" y="350824"/>
                  </a:lnTo>
                  <a:lnTo>
                    <a:pt x="180822" y="349554"/>
                  </a:lnTo>
                  <a:lnTo>
                    <a:pt x="174853" y="349554"/>
                  </a:lnTo>
                  <a:lnTo>
                    <a:pt x="172313" y="350824"/>
                  </a:lnTo>
                  <a:lnTo>
                    <a:pt x="172313" y="352475"/>
                  </a:lnTo>
                  <a:lnTo>
                    <a:pt x="168249" y="510590"/>
                  </a:lnTo>
                  <a:lnTo>
                    <a:pt x="72364" y="510590"/>
                  </a:lnTo>
                  <a:lnTo>
                    <a:pt x="68173" y="352475"/>
                  </a:lnTo>
                  <a:lnTo>
                    <a:pt x="68173" y="350824"/>
                  </a:lnTo>
                  <a:lnTo>
                    <a:pt x="65633" y="349554"/>
                  </a:lnTo>
                  <a:lnTo>
                    <a:pt x="59664" y="349554"/>
                  </a:lnTo>
                  <a:lnTo>
                    <a:pt x="57124" y="350824"/>
                  </a:lnTo>
                  <a:lnTo>
                    <a:pt x="57124" y="352475"/>
                  </a:lnTo>
                  <a:lnTo>
                    <a:pt x="52933" y="510590"/>
                  </a:lnTo>
                  <a:lnTo>
                    <a:pt x="12293" y="510590"/>
                  </a:lnTo>
                  <a:lnTo>
                    <a:pt x="9372" y="514019"/>
                  </a:lnTo>
                  <a:lnTo>
                    <a:pt x="9372" y="548309"/>
                  </a:lnTo>
                  <a:lnTo>
                    <a:pt x="14579" y="554151"/>
                  </a:lnTo>
                  <a:lnTo>
                    <a:pt x="342239" y="554151"/>
                  </a:lnTo>
                  <a:lnTo>
                    <a:pt x="347573" y="548309"/>
                  </a:lnTo>
                  <a:lnTo>
                    <a:pt x="347573" y="539673"/>
                  </a:lnTo>
                  <a:lnTo>
                    <a:pt x="347573" y="529005"/>
                  </a:lnTo>
                  <a:lnTo>
                    <a:pt x="347573" y="514019"/>
                  </a:lnTo>
                  <a:close/>
                </a:path>
                <a:path w="356869" h="598170">
                  <a:moveTo>
                    <a:pt x="356743" y="203200"/>
                  </a:moveTo>
                  <a:lnTo>
                    <a:pt x="354088" y="190195"/>
                  </a:lnTo>
                  <a:lnTo>
                    <a:pt x="347599" y="180594"/>
                  </a:lnTo>
                  <a:lnTo>
                    <a:pt x="346875" y="179539"/>
                  </a:lnTo>
                  <a:lnTo>
                    <a:pt x="345948" y="178917"/>
                  </a:lnTo>
                  <a:lnTo>
                    <a:pt x="345948" y="203200"/>
                  </a:lnTo>
                  <a:lnTo>
                    <a:pt x="345821" y="263525"/>
                  </a:lnTo>
                  <a:lnTo>
                    <a:pt x="344030" y="272389"/>
                  </a:lnTo>
                  <a:lnTo>
                    <a:pt x="339178" y="279615"/>
                  </a:lnTo>
                  <a:lnTo>
                    <a:pt x="331990" y="284480"/>
                  </a:lnTo>
                  <a:lnTo>
                    <a:pt x="323215" y="286258"/>
                  </a:lnTo>
                  <a:lnTo>
                    <a:pt x="33528" y="286258"/>
                  </a:lnTo>
                  <a:lnTo>
                    <a:pt x="24739" y="284480"/>
                  </a:lnTo>
                  <a:lnTo>
                    <a:pt x="17551" y="279615"/>
                  </a:lnTo>
                  <a:lnTo>
                    <a:pt x="12700" y="272389"/>
                  </a:lnTo>
                  <a:lnTo>
                    <a:pt x="10922" y="263525"/>
                  </a:lnTo>
                  <a:lnTo>
                    <a:pt x="10922" y="203200"/>
                  </a:lnTo>
                  <a:lnTo>
                    <a:pt x="12700" y="194424"/>
                  </a:lnTo>
                  <a:lnTo>
                    <a:pt x="17551" y="187236"/>
                  </a:lnTo>
                  <a:lnTo>
                    <a:pt x="24739" y="182384"/>
                  </a:lnTo>
                  <a:lnTo>
                    <a:pt x="33528" y="180594"/>
                  </a:lnTo>
                  <a:lnTo>
                    <a:pt x="323215" y="180594"/>
                  </a:lnTo>
                  <a:lnTo>
                    <a:pt x="332016" y="182384"/>
                  </a:lnTo>
                  <a:lnTo>
                    <a:pt x="339242" y="187236"/>
                  </a:lnTo>
                  <a:lnTo>
                    <a:pt x="344144" y="194424"/>
                  </a:lnTo>
                  <a:lnTo>
                    <a:pt x="345948" y="203200"/>
                  </a:lnTo>
                  <a:lnTo>
                    <a:pt x="345948" y="178917"/>
                  </a:lnTo>
                  <a:lnTo>
                    <a:pt x="336219" y="172326"/>
                  </a:lnTo>
                  <a:lnTo>
                    <a:pt x="323215" y="169672"/>
                  </a:lnTo>
                  <a:lnTo>
                    <a:pt x="33528" y="169672"/>
                  </a:lnTo>
                  <a:lnTo>
                    <a:pt x="20510" y="172326"/>
                  </a:lnTo>
                  <a:lnTo>
                    <a:pt x="9855" y="179539"/>
                  </a:lnTo>
                  <a:lnTo>
                    <a:pt x="2641" y="190195"/>
                  </a:lnTo>
                  <a:lnTo>
                    <a:pt x="0" y="203200"/>
                  </a:lnTo>
                  <a:lnTo>
                    <a:pt x="0" y="263525"/>
                  </a:lnTo>
                  <a:lnTo>
                    <a:pt x="2641" y="276606"/>
                  </a:lnTo>
                  <a:lnTo>
                    <a:pt x="9855" y="287312"/>
                  </a:lnTo>
                  <a:lnTo>
                    <a:pt x="20510" y="294538"/>
                  </a:lnTo>
                  <a:lnTo>
                    <a:pt x="33528" y="297180"/>
                  </a:lnTo>
                  <a:lnTo>
                    <a:pt x="323215" y="297180"/>
                  </a:lnTo>
                  <a:lnTo>
                    <a:pt x="356743" y="263525"/>
                  </a:lnTo>
                  <a:lnTo>
                    <a:pt x="356743" y="203200"/>
                  </a:lnTo>
                  <a:close/>
                </a:path>
              </a:pathLst>
            </a:custGeom>
            <a:solidFill>
              <a:srgbClr val="4BADBB"/>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74" name="object 70">
              <a:extLst>
                <a:ext uri="{FF2B5EF4-FFF2-40B4-BE49-F238E27FC236}">
                  <a16:creationId xmlns:a16="http://schemas.microsoft.com/office/drawing/2014/main" id="{526E9C2E-8F99-0DF0-D57F-AFA6C3DC9837}"/>
                </a:ext>
              </a:extLst>
            </p:cNvPr>
            <p:cNvSpPr/>
            <p:nvPr>
              <p:custDataLst>
                <p:tags r:id="rId70"/>
              </p:custDataLst>
            </p:nvPr>
          </p:nvSpPr>
          <p:spPr>
            <a:xfrm>
              <a:off x="4471505" y="6461912"/>
              <a:ext cx="460421" cy="208947"/>
            </a:xfrm>
            <a:custGeom>
              <a:avLst/>
              <a:gdLst/>
              <a:ahLst/>
              <a:cxnLst/>
              <a:rect l="l" t="t" r="r" b="b"/>
              <a:pathLst>
                <a:path w="556895" h="252729">
                  <a:moveTo>
                    <a:pt x="473074" y="0"/>
                  </a:moveTo>
                  <a:lnTo>
                    <a:pt x="85851" y="0"/>
                  </a:lnTo>
                  <a:lnTo>
                    <a:pt x="0" y="252222"/>
                  </a:lnTo>
                  <a:lnTo>
                    <a:pt x="556767" y="252222"/>
                  </a:lnTo>
                  <a:lnTo>
                    <a:pt x="473074" y="0"/>
                  </a:lnTo>
                  <a:close/>
                </a:path>
              </a:pathLst>
            </a:custGeom>
            <a:solidFill>
              <a:srgbClr val="4BADBB"/>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75" name="object 71">
              <a:extLst>
                <a:ext uri="{FF2B5EF4-FFF2-40B4-BE49-F238E27FC236}">
                  <a16:creationId xmlns:a16="http://schemas.microsoft.com/office/drawing/2014/main" id="{5266024F-4265-E6A4-D773-3046A42497E7}"/>
                </a:ext>
              </a:extLst>
            </p:cNvPr>
            <p:cNvSpPr/>
            <p:nvPr>
              <p:custDataLst>
                <p:tags r:id="rId71"/>
              </p:custDataLst>
            </p:nvPr>
          </p:nvSpPr>
          <p:spPr>
            <a:xfrm>
              <a:off x="4471505" y="6461912"/>
              <a:ext cx="460421" cy="208947"/>
            </a:xfrm>
            <a:custGeom>
              <a:avLst/>
              <a:gdLst/>
              <a:ahLst/>
              <a:cxnLst/>
              <a:rect l="l" t="t" r="r" b="b"/>
              <a:pathLst>
                <a:path w="556895" h="252729">
                  <a:moveTo>
                    <a:pt x="85851" y="0"/>
                  </a:moveTo>
                  <a:lnTo>
                    <a:pt x="473074" y="0"/>
                  </a:lnTo>
                  <a:lnTo>
                    <a:pt x="556767" y="252222"/>
                  </a:lnTo>
                  <a:lnTo>
                    <a:pt x="0" y="252222"/>
                  </a:lnTo>
                  <a:lnTo>
                    <a:pt x="85851" y="0"/>
                  </a:lnTo>
                  <a:close/>
                </a:path>
              </a:pathLst>
            </a:custGeom>
            <a:ln w="3175">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76" name="object 72">
              <a:extLst>
                <a:ext uri="{FF2B5EF4-FFF2-40B4-BE49-F238E27FC236}">
                  <a16:creationId xmlns:a16="http://schemas.microsoft.com/office/drawing/2014/main" id="{027397EF-C904-0E77-528D-CA88C5DA57DF}"/>
                </a:ext>
              </a:extLst>
            </p:cNvPr>
            <p:cNvSpPr/>
            <p:nvPr>
              <p:custDataLst>
                <p:tags r:id="rId72"/>
              </p:custDataLst>
            </p:nvPr>
          </p:nvSpPr>
          <p:spPr>
            <a:xfrm>
              <a:off x="4472408" y="6670461"/>
              <a:ext cx="459371" cy="142799"/>
            </a:xfrm>
            <a:custGeom>
              <a:avLst/>
              <a:gdLst/>
              <a:ahLst/>
              <a:cxnLst/>
              <a:rect l="l" t="t" r="r" b="b"/>
              <a:pathLst>
                <a:path w="555625" h="172720">
                  <a:moveTo>
                    <a:pt x="555625" y="0"/>
                  </a:moveTo>
                  <a:lnTo>
                    <a:pt x="0" y="0"/>
                  </a:lnTo>
                  <a:lnTo>
                    <a:pt x="0" y="172592"/>
                  </a:lnTo>
                  <a:lnTo>
                    <a:pt x="555625" y="172592"/>
                  </a:lnTo>
                  <a:lnTo>
                    <a:pt x="555625" y="0"/>
                  </a:lnTo>
                  <a:close/>
                </a:path>
              </a:pathLst>
            </a:custGeom>
            <a:solidFill>
              <a:srgbClr val="4BADBB"/>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77" name="object 73">
              <a:extLst>
                <a:ext uri="{FF2B5EF4-FFF2-40B4-BE49-F238E27FC236}">
                  <a16:creationId xmlns:a16="http://schemas.microsoft.com/office/drawing/2014/main" id="{0538CE91-F858-D49D-F983-1882CF60658E}"/>
                </a:ext>
              </a:extLst>
            </p:cNvPr>
            <p:cNvSpPr/>
            <p:nvPr>
              <p:custDataLst>
                <p:tags r:id="rId73"/>
              </p:custDataLst>
            </p:nvPr>
          </p:nvSpPr>
          <p:spPr>
            <a:xfrm>
              <a:off x="4472408" y="6670461"/>
              <a:ext cx="459371" cy="142799"/>
            </a:xfrm>
            <a:custGeom>
              <a:avLst/>
              <a:gdLst/>
              <a:ahLst/>
              <a:cxnLst/>
              <a:rect l="l" t="t" r="r" b="b"/>
              <a:pathLst>
                <a:path w="555625" h="172720">
                  <a:moveTo>
                    <a:pt x="0" y="172592"/>
                  </a:moveTo>
                  <a:lnTo>
                    <a:pt x="555625" y="172592"/>
                  </a:lnTo>
                  <a:lnTo>
                    <a:pt x="555625" y="0"/>
                  </a:lnTo>
                  <a:lnTo>
                    <a:pt x="0" y="0"/>
                  </a:lnTo>
                  <a:lnTo>
                    <a:pt x="0" y="172592"/>
                  </a:lnTo>
                  <a:close/>
                </a:path>
              </a:pathLst>
            </a:custGeom>
            <a:ln w="3175">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78" name="object 74">
              <a:extLst>
                <a:ext uri="{FF2B5EF4-FFF2-40B4-BE49-F238E27FC236}">
                  <a16:creationId xmlns:a16="http://schemas.microsoft.com/office/drawing/2014/main" id="{C1526C23-A0C2-CCED-C010-E554F710C7BE}"/>
                </a:ext>
              </a:extLst>
            </p:cNvPr>
            <p:cNvSpPr/>
            <p:nvPr>
              <p:custDataLst>
                <p:tags r:id="rId74"/>
              </p:custDataLst>
            </p:nvPr>
          </p:nvSpPr>
          <p:spPr>
            <a:xfrm>
              <a:off x="4547073" y="6483321"/>
              <a:ext cx="303972" cy="150149"/>
            </a:xfrm>
            <a:custGeom>
              <a:avLst/>
              <a:gdLst/>
              <a:ahLst/>
              <a:cxnLst/>
              <a:rect l="l" t="t" r="r" b="b"/>
              <a:pathLst>
                <a:path w="367664" h="181610">
                  <a:moveTo>
                    <a:pt x="321271" y="118351"/>
                  </a:moveTo>
                  <a:lnTo>
                    <a:pt x="40398" y="118351"/>
                  </a:lnTo>
                  <a:lnTo>
                    <a:pt x="40513" y="100457"/>
                  </a:lnTo>
                  <a:lnTo>
                    <a:pt x="0" y="140589"/>
                  </a:lnTo>
                  <a:lnTo>
                    <a:pt x="40005" y="181356"/>
                  </a:lnTo>
                  <a:lnTo>
                    <a:pt x="40347" y="126758"/>
                  </a:lnTo>
                  <a:lnTo>
                    <a:pt x="40347" y="163436"/>
                  </a:lnTo>
                  <a:lnTo>
                    <a:pt x="321271" y="163436"/>
                  </a:lnTo>
                  <a:lnTo>
                    <a:pt x="321271" y="118351"/>
                  </a:lnTo>
                  <a:close/>
                </a:path>
                <a:path w="367664" h="181610">
                  <a:moveTo>
                    <a:pt x="367233" y="40132"/>
                  </a:moveTo>
                  <a:lnTo>
                    <a:pt x="326720" y="0"/>
                  </a:lnTo>
                  <a:lnTo>
                    <a:pt x="326821" y="17881"/>
                  </a:lnTo>
                  <a:lnTo>
                    <a:pt x="45948" y="17881"/>
                  </a:lnTo>
                  <a:lnTo>
                    <a:pt x="45948" y="62966"/>
                  </a:lnTo>
                  <a:lnTo>
                    <a:pt x="326872" y="62966"/>
                  </a:lnTo>
                  <a:lnTo>
                    <a:pt x="326872" y="24269"/>
                  </a:lnTo>
                  <a:lnTo>
                    <a:pt x="327228" y="80899"/>
                  </a:lnTo>
                  <a:lnTo>
                    <a:pt x="367233" y="40132"/>
                  </a:lnTo>
                  <a:close/>
                </a:path>
              </a:pathLst>
            </a:custGeom>
            <a:solidFill>
              <a:srgbClr val="FFFFFF"/>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79" name="object 75">
              <a:extLst>
                <a:ext uri="{FF2B5EF4-FFF2-40B4-BE49-F238E27FC236}">
                  <a16:creationId xmlns:a16="http://schemas.microsoft.com/office/drawing/2014/main" id="{46F04720-C603-2DE0-5120-6C2829DF49D2}"/>
                </a:ext>
              </a:extLst>
            </p:cNvPr>
            <p:cNvSpPr/>
            <p:nvPr>
              <p:custDataLst>
                <p:tags r:id="rId75"/>
              </p:custDataLst>
            </p:nvPr>
          </p:nvSpPr>
          <p:spPr>
            <a:xfrm>
              <a:off x="4511258" y="6692826"/>
              <a:ext cx="88723" cy="94499"/>
            </a:xfrm>
            <a:custGeom>
              <a:avLst/>
              <a:gdLst/>
              <a:ahLst/>
              <a:cxnLst/>
              <a:rect l="l" t="t" r="r" b="b"/>
              <a:pathLst>
                <a:path w="107314" h="114300">
                  <a:moveTo>
                    <a:pt x="107315" y="66446"/>
                  </a:moveTo>
                  <a:lnTo>
                    <a:pt x="0" y="66446"/>
                  </a:lnTo>
                  <a:lnTo>
                    <a:pt x="0" y="114071"/>
                  </a:lnTo>
                  <a:lnTo>
                    <a:pt x="107315" y="114071"/>
                  </a:lnTo>
                  <a:lnTo>
                    <a:pt x="107315" y="66446"/>
                  </a:lnTo>
                  <a:close/>
                </a:path>
                <a:path w="107314" h="114300">
                  <a:moveTo>
                    <a:pt x="107315" y="0"/>
                  </a:moveTo>
                  <a:lnTo>
                    <a:pt x="0" y="0"/>
                  </a:lnTo>
                  <a:lnTo>
                    <a:pt x="0" y="47625"/>
                  </a:lnTo>
                  <a:lnTo>
                    <a:pt x="107315" y="47625"/>
                  </a:lnTo>
                  <a:lnTo>
                    <a:pt x="107315" y="0"/>
                  </a:lnTo>
                  <a:close/>
                </a:path>
              </a:pathLst>
            </a:custGeom>
            <a:solidFill>
              <a:srgbClr val="3F5771"/>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80" name="object 76">
              <a:extLst>
                <a:ext uri="{FF2B5EF4-FFF2-40B4-BE49-F238E27FC236}">
                  <a16:creationId xmlns:a16="http://schemas.microsoft.com/office/drawing/2014/main" id="{B63A0F96-97AD-0F2A-7E91-08F4ADC568DD}"/>
                </a:ext>
              </a:extLst>
            </p:cNvPr>
            <p:cNvSpPr/>
            <p:nvPr>
              <p:custDataLst>
                <p:tags r:id="rId76"/>
              </p:custDataLst>
            </p:nvPr>
          </p:nvSpPr>
          <p:spPr>
            <a:xfrm>
              <a:off x="4624373" y="6712272"/>
              <a:ext cx="239398" cy="55124"/>
            </a:xfrm>
            <a:custGeom>
              <a:avLst/>
              <a:gdLst/>
              <a:ahLst/>
              <a:cxnLst/>
              <a:rect l="l" t="t" r="r" b="b"/>
              <a:pathLst>
                <a:path w="289560" h="66675">
                  <a:moveTo>
                    <a:pt x="0" y="0"/>
                  </a:moveTo>
                  <a:lnTo>
                    <a:pt x="289001" y="0"/>
                  </a:lnTo>
                </a:path>
                <a:path w="289560" h="66675">
                  <a:moveTo>
                    <a:pt x="0" y="66230"/>
                  </a:moveTo>
                  <a:lnTo>
                    <a:pt x="289001" y="66230"/>
                  </a:lnTo>
                </a:path>
              </a:pathLst>
            </a:custGeom>
            <a:ln w="23495">
              <a:solidFill>
                <a:srgbClr val="3F5771"/>
              </a:solidFill>
              <a:prstDash val="sysDot"/>
            </a:ln>
          </p:spPr>
          <p:txBody>
            <a:bodyPr wrap="square" lIns="0" tIns="0" rIns="0" bIns="0" rtlCol="0"/>
            <a:lstStyle/>
            <a:p>
              <a:endParaRPr sz="140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81" name="object 77">
              <a:extLst>
                <a:ext uri="{FF2B5EF4-FFF2-40B4-BE49-F238E27FC236}">
                  <a16:creationId xmlns:a16="http://schemas.microsoft.com/office/drawing/2014/main" id="{0D35099D-97AF-9DCD-088C-6B39AF9B2BDA}"/>
                </a:ext>
              </a:extLst>
            </p:cNvPr>
            <p:cNvSpPr/>
            <p:nvPr>
              <p:custDataLst>
                <p:tags r:id="rId77"/>
              </p:custDataLst>
            </p:nvPr>
          </p:nvSpPr>
          <p:spPr>
            <a:xfrm>
              <a:off x="4457229" y="7262624"/>
              <a:ext cx="575920" cy="179023"/>
            </a:xfrm>
            <a:custGeom>
              <a:avLst/>
              <a:gdLst/>
              <a:ahLst/>
              <a:cxnLst/>
              <a:rect l="l" t="t" r="r" b="b"/>
              <a:pathLst>
                <a:path w="696595" h="216534">
                  <a:moveTo>
                    <a:pt x="656971" y="0"/>
                  </a:moveTo>
                  <a:lnTo>
                    <a:pt x="39624" y="0"/>
                  </a:lnTo>
                  <a:lnTo>
                    <a:pt x="24217" y="3139"/>
                  </a:lnTo>
                  <a:lnTo>
                    <a:pt x="11620" y="11684"/>
                  </a:lnTo>
                  <a:lnTo>
                    <a:pt x="3119" y="24324"/>
                  </a:lnTo>
                  <a:lnTo>
                    <a:pt x="0" y="39751"/>
                  </a:lnTo>
                  <a:lnTo>
                    <a:pt x="0" y="176911"/>
                  </a:lnTo>
                  <a:lnTo>
                    <a:pt x="3119" y="192264"/>
                  </a:lnTo>
                  <a:lnTo>
                    <a:pt x="11620" y="204866"/>
                  </a:lnTo>
                  <a:lnTo>
                    <a:pt x="24217" y="213397"/>
                  </a:lnTo>
                  <a:lnTo>
                    <a:pt x="39624" y="216535"/>
                  </a:lnTo>
                  <a:lnTo>
                    <a:pt x="656971" y="216535"/>
                  </a:lnTo>
                  <a:lnTo>
                    <a:pt x="672377" y="213397"/>
                  </a:lnTo>
                  <a:lnTo>
                    <a:pt x="684974" y="204866"/>
                  </a:lnTo>
                  <a:lnTo>
                    <a:pt x="693475" y="192264"/>
                  </a:lnTo>
                  <a:lnTo>
                    <a:pt x="696595" y="176911"/>
                  </a:lnTo>
                  <a:lnTo>
                    <a:pt x="696595" y="39751"/>
                  </a:lnTo>
                  <a:lnTo>
                    <a:pt x="693475" y="24324"/>
                  </a:lnTo>
                  <a:lnTo>
                    <a:pt x="684974" y="11684"/>
                  </a:lnTo>
                  <a:lnTo>
                    <a:pt x="672377" y="3139"/>
                  </a:lnTo>
                  <a:lnTo>
                    <a:pt x="656971" y="0"/>
                  </a:lnTo>
                  <a:close/>
                </a:path>
              </a:pathLst>
            </a:custGeom>
            <a:solidFill>
              <a:srgbClr val="4BADBB"/>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82" name="object 78">
              <a:extLst>
                <a:ext uri="{FF2B5EF4-FFF2-40B4-BE49-F238E27FC236}">
                  <a16:creationId xmlns:a16="http://schemas.microsoft.com/office/drawing/2014/main" id="{3DAC15F0-E1C8-9B59-0FEB-1000B9361E0A}"/>
                </a:ext>
              </a:extLst>
            </p:cNvPr>
            <p:cNvSpPr/>
            <p:nvPr>
              <p:custDataLst>
                <p:tags r:id="rId78"/>
              </p:custDataLst>
            </p:nvPr>
          </p:nvSpPr>
          <p:spPr>
            <a:xfrm>
              <a:off x="4457229" y="7262624"/>
              <a:ext cx="575920" cy="179023"/>
            </a:xfrm>
            <a:custGeom>
              <a:avLst/>
              <a:gdLst/>
              <a:ahLst/>
              <a:cxnLst/>
              <a:rect l="l" t="t" r="r" b="b"/>
              <a:pathLst>
                <a:path w="696595" h="216534">
                  <a:moveTo>
                    <a:pt x="39624" y="216535"/>
                  </a:moveTo>
                  <a:lnTo>
                    <a:pt x="656971" y="216535"/>
                  </a:lnTo>
                  <a:lnTo>
                    <a:pt x="672377" y="213397"/>
                  </a:lnTo>
                  <a:lnTo>
                    <a:pt x="684974" y="204866"/>
                  </a:lnTo>
                  <a:lnTo>
                    <a:pt x="693475" y="192264"/>
                  </a:lnTo>
                  <a:lnTo>
                    <a:pt x="696595" y="176911"/>
                  </a:lnTo>
                  <a:lnTo>
                    <a:pt x="696595" y="39751"/>
                  </a:lnTo>
                  <a:lnTo>
                    <a:pt x="693475" y="24324"/>
                  </a:lnTo>
                  <a:lnTo>
                    <a:pt x="684974" y="11684"/>
                  </a:lnTo>
                  <a:lnTo>
                    <a:pt x="672377" y="3139"/>
                  </a:lnTo>
                  <a:lnTo>
                    <a:pt x="656971" y="0"/>
                  </a:lnTo>
                  <a:lnTo>
                    <a:pt x="39624" y="0"/>
                  </a:lnTo>
                  <a:lnTo>
                    <a:pt x="24217" y="3139"/>
                  </a:lnTo>
                  <a:lnTo>
                    <a:pt x="11620" y="11684"/>
                  </a:lnTo>
                  <a:lnTo>
                    <a:pt x="3119" y="24324"/>
                  </a:lnTo>
                  <a:lnTo>
                    <a:pt x="0" y="39751"/>
                  </a:lnTo>
                  <a:lnTo>
                    <a:pt x="0" y="176911"/>
                  </a:lnTo>
                  <a:lnTo>
                    <a:pt x="3119" y="192264"/>
                  </a:lnTo>
                  <a:lnTo>
                    <a:pt x="11620" y="204866"/>
                  </a:lnTo>
                  <a:lnTo>
                    <a:pt x="24217" y="213397"/>
                  </a:lnTo>
                  <a:lnTo>
                    <a:pt x="39624" y="216535"/>
                  </a:lnTo>
                  <a:close/>
                </a:path>
              </a:pathLst>
            </a:custGeom>
            <a:ln w="3175">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83" name="object 79">
              <a:extLst>
                <a:ext uri="{FF2B5EF4-FFF2-40B4-BE49-F238E27FC236}">
                  <a16:creationId xmlns:a16="http://schemas.microsoft.com/office/drawing/2014/main" id="{124EEA47-CD18-26B7-B355-1F7E8CAC70FA}"/>
                </a:ext>
              </a:extLst>
            </p:cNvPr>
            <p:cNvSpPr/>
            <p:nvPr>
              <p:custDataLst>
                <p:tags r:id="rId79"/>
              </p:custDataLst>
            </p:nvPr>
          </p:nvSpPr>
          <p:spPr>
            <a:xfrm>
              <a:off x="4505897" y="7290785"/>
              <a:ext cx="111299" cy="118124"/>
            </a:xfrm>
            <a:custGeom>
              <a:avLst/>
              <a:gdLst/>
              <a:ahLst/>
              <a:cxnLst/>
              <a:rect l="l" t="t" r="r" b="b"/>
              <a:pathLst>
                <a:path w="134620" h="142875">
                  <a:moveTo>
                    <a:pt x="134493" y="83312"/>
                  </a:moveTo>
                  <a:lnTo>
                    <a:pt x="0" y="83312"/>
                  </a:lnTo>
                  <a:lnTo>
                    <a:pt x="0" y="142875"/>
                  </a:lnTo>
                  <a:lnTo>
                    <a:pt x="134493" y="142875"/>
                  </a:lnTo>
                  <a:lnTo>
                    <a:pt x="134493" y="83312"/>
                  </a:lnTo>
                  <a:close/>
                </a:path>
                <a:path w="134620" h="142875">
                  <a:moveTo>
                    <a:pt x="134493" y="0"/>
                  </a:moveTo>
                  <a:lnTo>
                    <a:pt x="0" y="0"/>
                  </a:lnTo>
                  <a:lnTo>
                    <a:pt x="0" y="59563"/>
                  </a:lnTo>
                  <a:lnTo>
                    <a:pt x="134493" y="59563"/>
                  </a:lnTo>
                  <a:lnTo>
                    <a:pt x="134493" y="0"/>
                  </a:lnTo>
                  <a:close/>
                </a:path>
              </a:pathLst>
            </a:custGeom>
            <a:solidFill>
              <a:srgbClr val="3F5771"/>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84" name="object 80">
              <a:extLst>
                <a:ext uri="{FF2B5EF4-FFF2-40B4-BE49-F238E27FC236}">
                  <a16:creationId xmlns:a16="http://schemas.microsoft.com/office/drawing/2014/main" id="{2125D1BF-0AF9-1019-6DD6-076BE44DBBF1}"/>
                </a:ext>
              </a:extLst>
            </p:cNvPr>
            <p:cNvSpPr/>
            <p:nvPr>
              <p:custDataLst>
                <p:tags r:id="rId80"/>
              </p:custDataLst>
            </p:nvPr>
          </p:nvSpPr>
          <p:spPr>
            <a:xfrm>
              <a:off x="4647708" y="7315165"/>
              <a:ext cx="299772" cy="68774"/>
            </a:xfrm>
            <a:custGeom>
              <a:avLst/>
              <a:gdLst/>
              <a:ahLst/>
              <a:cxnLst/>
              <a:rect l="l" t="t" r="r" b="b"/>
              <a:pathLst>
                <a:path w="362585" h="83184">
                  <a:moveTo>
                    <a:pt x="0" y="0"/>
                  </a:moveTo>
                  <a:lnTo>
                    <a:pt x="362394" y="0"/>
                  </a:lnTo>
                </a:path>
                <a:path w="362585" h="83184">
                  <a:moveTo>
                    <a:pt x="0" y="83032"/>
                  </a:moveTo>
                  <a:lnTo>
                    <a:pt x="362394" y="83032"/>
                  </a:lnTo>
                </a:path>
              </a:pathLst>
            </a:custGeom>
            <a:ln w="29463">
              <a:solidFill>
                <a:srgbClr val="3F5771"/>
              </a:solidFill>
              <a:prstDash val="sysDot"/>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85" name="object 81">
              <a:extLst>
                <a:ext uri="{FF2B5EF4-FFF2-40B4-BE49-F238E27FC236}">
                  <a16:creationId xmlns:a16="http://schemas.microsoft.com/office/drawing/2014/main" id="{22A37E6D-B0A4-1B23-696C-0B099D511FA4}"/>
                </a:ext>
              </a:extLst>
            </p:cNvPr>
            <p:cNvSpPr/>
            <p:nvPr>
              <p:custDataLst>
                <p:tags r:id="rId81"/>
              </p:custDataLst>
            </p:nvPr>
          </p:nvSpPr>
          <p:spPr>
            <a:xfrm>
              <a:off x="3143152" y="4220603"/>
              <a:ext cx="614244" cy="0"/>
            </a:xfrm>
            <a:custGeom>
              <a:avLst/>
              <a:gdLst/>
              <a:ahLst/>
              <a:cxnLst/>
              <a:rect l="l" t="t" r="r" b="b"/>
              <a:pathLst>
                <a:path w="742950">
                  <a:moveTo>
                    <a:pt x="0" y="0"/>
                  </a:moveTo>
                  <a:lnTo>
                    <a:pt x="742696" y="0"/>
                  </a:lnTo>
                </a:path>
              </a:pathLst>
            </a:custGeom>
            <a:ln w="21600">
              <a:solidFill>
                <a:srgbClr val="231F20"/>
              </a:solidFill>
              <a:prstDash val="sysDot"/>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86" name="object 82">
              <a:extLst>
                <a:ext uri="{FF2B5EF4-FFF2-40B4-BE49-F238E27FC236}">
                  <a16:creationId xmlns:a16="http://schemas.microsoft.com/office/drawing/2014/main" id="{B09EFD2E-C3A6-E690-C4F3-07F9328B0E02}"/>
                </a:ext>
              </a:extLst>
            </p:cNvPr>
            <p:cNvSpPr txBox="1"/>
            <p:nvPr>
              <p:custDataLst>
                <p:tags r:id="rId82"/>
              </p:custDataLst>
            </p:nvPr>
          </p:nvSpPr>
          <p:spPr>
            <a:xfrm>
              <a:off x="2404337" y="4440091"/>
              <a:ext cx="753920" cy="126719"/>
            </a:xfrm>
            <a:prstGeom prst="rect">
              <a:avLst/>
            </a:prstGeom>
          </p:spPr>
          <p:txBody>
            <a:bodyPr vert="horz" wrap="square" lIns="0" tIns="12065" rIns="0" bIns="0" rtlCol="0">
              <a:spAutoFit/>
            </a:bodyPr>
            <a:lstStyle/>
            <a:p>
              <a:pPr marL="12700">
                <a:lnSpc>
                  <a:spcPct val="100000"/>
                </a:lnSpc>
                <a:spcBef>
                  <a:spcPts val="95"/>
                </a:spcBef>
              </a:pPr>
              <a:r>
                <a:rPr lang="en-US" sz="700" b="0" dirty="0">
                  <a:solidFill>
                    <a:schemeClr val="tx1"/>
                  </a:solidFill>
                  <a:latin typeface="思源黑体 Normal" panose="020B0400000000000000" pitchFamily="34" charset="-122"/>
                  <a:ea typeface="思源黑体 Normal" panose="020B0400000000000000" pitchFamily="34" charset="-122"/>
                  <a:cs typeface="+mn-ea"/>
                  <a:sym typeface="+mn-lt"/>
                </a:rPr>
                <a:t>Terminal display</a:t>
              </a:r>
              <a:endParaRPr sz="700" b="0" spc="-5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87" name="object 83">
              <a:extLst>
                <a:ext uri="{FF2B5EF4-FFF2-40B4-BE49-F238E27FC236}">
                  <a16:creationId xmlns:a16="http://schemas.microsoft.com/office/drawing/2014/main" id="{79F00A10-25F8-AEE3-423B-C9B7286C03AC}"/>
                </a:ext>
              </a:extLst>
            </p:cNvPr>
            <p:cNvSpPr txBox="1"/>
            <p:nvPr>
              <p:custDataLst>
                <p:tags r:id="rId83"/>
              </p:custDataLst>
            </p:nvPr>
          </p:nvSpPr>
          <p:spPr>
            <a:xfrm>
              <a:off x="3731616" y="4436081"/>
              <a:ext cx="744825" cy="126719"/>
            </a:xfrm>
            <a:prstGeom prst="rect">
              <a:avLst/>
            </a:prstGeom>
          </p:spPr>
          <p:txBody>
            <a:bodyPr vert="horz" wrap="square" lIns="0" tIns="12065" rIns="0" bIns="0" rtlCol="0">
              <a:spAutoFit/>
            </a:bodyPr>
            <a:lstStyle/>
            <a:p>
              <a:pPr marL="12700">
                <a:lnSpc>
                  <a:spcPct val="100000"/>
                </a:lnSpc>
                <a:spcBef>
                  <a:spcPts val="95"/>
                </a:spcBef>
              </a:pPr>
              <a:r>
                <a:rPr lang="en-US" sz="700" b="0" dirty="0">
                  <a:solidFill>
                    <a:schemeClr val="tx1"/>
                  </a:solidFill>
                  <a:latin typeface="思源黑体 Normal" panose="020B0400000000000000" pitchFamily="34" charset="-122"/>
                  <a:ea typeface="思源黑体 Normal" panose="020B0400000000000000" pitchFamily="34" charset="-122"/>
                  <a:cs typeface="+mn-ea"/>
                  <a:sym typeface="+mn-lt"/>
                </a:rPr>
                <a:t>Cloud server</a:t>
              </a:r>
              <a:endParaRPr sz="700" b="0" spc="-5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88" name="object 84">
              <a:extLst>
                <a:ext uri="{FF2B5EF4-FFF2-40B4-BE49-F238E27FC236}">
                  <a16:creationId xmlns:a16="http://schemas.microsoft.com/office/drawing/2014/main" id="{A3F7F001-DCAE-86A6-3622-EBB86695B3BF}"/>
                </a:ext>
              </a:extLst>
            </p:cNvPr>
            <p:cNvSpPr txBox="1"/>
            <p:nvPr>
              <p:custDataLst>
                <p:tags r:id="rId84"/>
              </p:custDataLst>
            </p:nvPr>
          </p:nvSpPr>
          <p:spPr>
            <a:xfrm>
              <a:off x="5275116" y="4445205"/>
              <a:ext cx="753921" cy="126719"/>
            </a:xfrm>
            <a:prstGeom prst="rect">
              <a:avLst/>
            </a:prstGeom>
          </p:spPr>
          <p:txBody>
            <a:bodyPr vert="horz" wrap="square" lIns="0" tIns="12065" rIns="0" bIns="0" rtlCol="0">
              <a:spAutoFit/>
            </a:bodyPr>
            <a:lstStyle/>
            <a:p>
              <a:pPr marL="12700">
                <a:lnSpc>
                  <a:spcPct val="100000"/>
                </a:lnSpc>
                <a:spcBef>
                  <a:spcPts val="95"/>
                </a:spcBef>
              </a:pPr>
              <a:r>
                <a:rPr lang="en-US" sz="700" b="0" dirty="0">
                  <a:solidFill>
                    <a:schemeClr val="tx1"/>
                  </a:solidFill>
                  <a:latin typeface="思源黑体 Normal" panose="020B0400000000000000" pitchFamily="34" charset="-122"/>
                  <a:ea typeface="思源黑体 Normal" panose="020B0400000000000000" pitchFamily="34" charset="-122"/>
                  <a:cs typeface="+mn-ea"/>
                  <a:sym typeface="+mn-lt"/>
                </a:rPr>
                <a:t>Current display</a:t>
              </a:r>
              <a:endParaRPr sz="700" b="0" spc="-5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grpSp>
          <p:nvGrpSpPr>
            <p:cNvPr id="89" name="object 85">
              <a:extLst>
                <a:ext uri="{FF2B5EF4-FFF2-40B4-BE49-F238E27FC236}">
                  <a16:creationId xmlns:a16="http://schemas.microsoft.com/office/drawing/2014/main" id="{25FF87F9-DDDC-209B-F24D-478CB8D5C32A}"/>
                </a:ext>
              </a:extLst>
            </p:cNvPr>
            <p:cNvGrpSpPr/>
            <p:nvPr/>
          </p:nvGrpSpPr>
          <p:grpSpPr>
            <a:xfrm>
              <a:off x="2868117" y="4600700"/>
              <a:ext cx="2817364" cy="2055786"/>
              <a:chOff x="1709394" y="3391649"/>
              <a:chExt cx="3407702" cy="2486546"/>
            </a:xfrm>
          </p:grpSpPr>
          <p:sp>
            <p:nvSpPr>
              <p:cNvPr id="126" name="object 86">
                <a:extLst>
                  <a:ext uri="{FF2B5EF4-FFF2-40B4-BE49-F238E27FC236}">
                    <a16:creationId xmlns:a16="http://schemas.microsoft.com/office/drawing/2014/main" id="{9802CB12-ABAA-ED5E-A94F-D9CE7E1F6577}"/>
                  </a:ext>
                </a:extLst>
              </p:cNvPr>
              <p:cNvSpPr/>
              <p:nvPr>
                <p:custDataLst>
                  <p:tags r:id="rId121"/>
                </p:custDataLst>
              </p:nvPr>
            </p:nvSpPr>
            <p:spPr>
              <a:xfrm>
                <a:off x="3572776" y="3391649"/>
                <a:ext cx="1544320" cy="1209675"/>
              </a:xfrm>
              <a:custGeom>
                <a:avLst/>
                <a:gdLst/>
                <a:ahLst/>
                <a:cxnLst/>
                <a:rect l="l" t="t" r="r" b="b"/>
                <a:pathLst>
                  <a:path w="1544320" h="1209675">
                    <a:moveTo>
                      <a:pt x="1544065" y="0"/>
                    </a:moveTo>
                    <a:lnTo>
                      <a:pt x="1544065" y="1209675"/>
                    </a:lnTo>
                    <a:lnTo>
                      <a:pt x="0" y="1209675"/>
                    </a:lnTo>
                  </a:path>
                </a:pathLst>
              </a:custGeom>
              <a:ln w="7199">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27" name="object 87">
                <a:extLst>
                  <a:ext uri="{FF2B5EF4-FFF2-40B4-BE49-F238E27FC236}">
                    <a16:creationId xmlns:a16="http://schemas.microsoft.com/office/drawing/2014/main" id="{B37856FC-4A51-D5DE-9A15-609523CF6EEC}"/>
                  </a:ext>
                </a:extLst>
              </p:cNvPr>
              <p:cNvSpPr/>
              <p:nvPr>
                <p:custDataLst>
                  <p:tags r:id="rId122"/>
                </p:custDataLst>
              </p:nvPr>
            </p:nvSpPr>
            <p:spPr>
              <a:xfrm>
                <a:off x="1709394" y="4443870"/>
                <a:ext cx="1122045" cy="1025525"/>
              </a:xfrm>
              <a:custGeom>
                <a:avLst/>
                <a:gdLst/>
                <a:ahLst/>
                <a:cxnLst/>
                <a:rect l="l" t="t" r="r" b="b"/>
                <a:pathLst>
                  <a:path w="1122045" h="1025525">
                    <a:moveTo>
                      <a:pt x="0" y="1025271"/>
                    </a:moveTo>
                    <a:lnTo>
                      <a:pt x="0" y="0"/>
                    </a:lnTo>
                    <a:lnTo>
                      <a:pt x="1121664" y="0"/>
                    </a:lnTo>
                  </a:path>
                </a:pathLst>
              </a:custGeom>
              <a:ln w="7199">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28" name="object 90">
                <a:extLst>
                  <a:ext uri="{FF2B5EF4-FFF2-40B4-BE49-F238E27FC236}">
                    <a16:creationId xmlns:a16="http://schemas.microsoft.com/office/drawing/2014/main" id="{B141D131-8AA3-8C21-621E-A9725B91A432}"/>
                  </a:ext>
                </a:extLst>
              </p:cNvPr>
              <p:cNvSpPr/>
              <p:nvPr>
                <p:custDataLst>
                  <p:tags r:id="rId123"/>
                </p:custDataLst>
              </p:nvPr>
            </p:nvSpPr>
            <p:spPr>
              <a:xfrm>
                <a:off x="2188565" y="5878195"/>
                <a:ext cx="1348740" cy="0"/>
              </a:xfrm>
              <a:custGeom>
                <a:avLst/>
                <a:gdLst/>
                <a:ahLst/>
                <a:cxnLst/>
                <a:rect l="l" t="t" r="r" b="b"/>
                <a:pathLst>
                  <a:path w="1348739">
                    <a:moveTo>
                      <a:pt x="0" y="0"/>
                    </a:moveTo>
                    <a:lnTo>
                      <a:pt x="1348613" y="0"/>
                    </a:lnTo>
                  </a:path>
                </a:pathLst>
              </a:custGeom>
              <a:ln w="7199">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grpSp>
        <p:sp>
          <p:nvSpPr>
            <p:cNvPr id="90" name="object 91">
              <a:extLst>
                <a:ext uri="{FF2B5EF4-FFF2-40B4-BE49-F238E27FC236}">
                  <a16:creationId xmlns:a16="http://schemas.microsoft.com/office/drawing/2014/main" id="{B8E84BA9-DB82-D709-BCA5-DA9B508E04D0}"/>
                </a:ext>
              </a:extLst>
            </p:cNvPr>
            <p:cNvSpPr txBox="1"/>
            <p:nvPr>
              <p:custDataLst>
                <p:tags r:id="rId85"/>
              </p:custDataLst>
            </p:nvPr>
          </p:nvSpPr>
          <p:spPr>
            <a:xfrm>
              <a:off x="3769608" y="5912210"/>
              <a:ext cx="741355" cy="126719"/>
            </a:xfrm>
            <a:prstGeom prst="rect">
              <a:avLst/>
            </a:prstGeom>
          </p:spPr>
          <p:txBody>
            <a:bodyPr vert="horz" wrap="square" lIns="0" tIns="12065" rIns="0" bIns="0" rtlCol="0">
              <a:spAutoFit/>
            </a:bodyPr>
            <a:lstStyle/>
            <a:p>
              <a:pPr marL="12700">
                <a:lnSpc>
                  <a:spcPct val="100000"/>
                </a:lnSpc>
                <a:spcBef>
                  <a:spcPts val="95"/>
                </a:spcBef>
              </a:pPr>
              <a:r>
                <a:rPr lang="en-US" altLang="zh-CN" sz="700" b="0" dirty="0">
                  <a:solidFill>
                    <a:schemeClr val="tx1"/>
                  </a:solidFill>
                  <a:latin typeface="思源黑体 Normal" panose="020B0400000000000000" pitchFamily="34" charset="-122"/>
                  <a:ea typeface="思源黑体 Normal" panose="020B0400000000000000" pitchFamily="34" charset="-122"/>
                  <a:cs typeface="+mn-ea"/>
                  <a:sym typeface="+mn-lt"/>
                </a:rPr>
                <a:t>Engine server</a:t>
              </a:r>
              <a:endParaRPr sz="700" b="0" spc="-5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91" name="object 92">
              <a:extLst>
                <a:ext uri="{FF2B5EF4-FFF2-40B4-BE49-F238E27FC236}">
                  <a16:creationId xmlns:a16="http://schemas.microsoft.com/office/drawing/2014/main" id="{D2D3ACEC-91F9-C63D-F29A-79A8EF3CFC79}"/>
                </a:ext>
              </a:extLst>
            </p:cNvPr>
            <p:cNvSpPr txBox="1"/>
            <p:nvPr>
              <p:custDataLst>
                <p:tags r:id="rId86"/>
              </p:custDataLst>
            </p:nvPr>
          </p:nvSpPr>
          <p:spPr>
            <a:xfrm>
              <a:off x="2261079" y="6878589"/>
              <a:ext cx="1365918" cy="126719"/>
            </a:xfrm>
            <a:prstGeom prst="rect">
              <a:avLst/>
            </a:prstGeom>
          </p:spPr>
          <p:txBody>
            <a:bodyPr vert="horz" wrap="square" lIns="0" tIns="12065" rIns="0" bIns="0" rtlCol="0">
              <a:spAutoFit/>
            </a:bodyPr>
            <a:lstStyle/>
            <a:p>
              <a:pPr marL="12700">
                <a:lnSpc>
                  <a:spcPct val="100000"/>
                </a:lnSpc>
                <a:spcBef>
                  <a:spcPts val="95"/>
                </a:spcBef>
              </a:pPr>
              <a:r>
                <a:rPr lang="en-US" sz="700" b="0" dirty="0">
                  <a:solidFill>
                    <a:schemeClr val="tx1"/>
                  </a:solidFill>
                  <a:latin typeface="思源黑体 Normal" panose="020B0400000000000000" pitchFamily="34" charset="-122"/>
                  <a:ea typeface="思源黑体 Normal" panose="020B0400000000000000" pitchFamily="34" charset="-122"/>
                  <a:cs typeface="+mn-ea"/>
                  <a:sym typeface="+mn-lt"/>
                </a:rPr>
                <a:t>Core switching and routing</a:t>
              </a:r>
              <a:endParaRPr sz="700" b="0" spc="-5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92" name="object 93">
              <a:extLst>
                <a:ext uri="{FF2B5EF4-FFF2-40B4-BE49-F238E27FC236}">
                  <a16:creationId xmlns:a16="http://schemas.microsoft.com/office/drawing/2014/main" id="{0E539B92-4C62-9AF6-2520-D03258650B7B}"/>
                </a:ext>
              </a:extLst>
            </p:cNvPr>
            <p:cNvSpPr txBox="1"/>
            <p:nvPr>
              <p:custDataLst>
                <p:tags r:id="rId87"/>
              </p:custDataLst>
            </p:nvPr>
          </p:nvSpPr>
          <p:spPr>
            <a:xfrm>
              <a:off x="4365498" y="6876719"/>
              <a:ext cx="667122" cy="126719"/>
            </a:xfrm>
            <a:prstGeom prst="rect">
              <a:avLst/>
            </a:prstGeom>
          </p:spPr>
          <p:txBody>
            <a:bodyPr vert="horz" wrap="square" lIns="0" tIns="12065" rIns="0" bIns="0" rtlCol="0">
              <a:spAutoFit/>
            </a:bodyPr>
            <a:lstStyle/>
            <a:p>
              <a:pPr marL="12700">
                <a:lnSpc>
                  <a:spcPct val="100000"/>
                </a:lnSpc>
                <a:spcBef>
                  <a:spcPts val="95"/>
                </a:spcBef>
              </a:pPr>
              <a:r>
                <a:rPr lang="en-US" altLang="zh-CN" sz="700" b="0" dirty="0">
                  <a:solidFill>
                    <a:schemeClr val="tx1"/>
                  </a:solidFill>
                  <a:latin typeface="思源黑体 Normal" panose="020B0400000000000000" pitchFamily="34" charset="-122"/>
                  <a:ea typeface="思源黑体 Normal" panose="020B0400000000000000" pitchFamily="34" charset="-122"/>
                  <a:cs typeface="+mn-ea"/>
                  <a:sym typeface="+mn-lt"/>
                </a:rPr>
                <a:t>Access switch</a:t>
              </a:r>
              <a:endParaRPr sz="700" b="0" spc="-5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pic>
          <p:nvPicPr>
            <p:cNvPr id="93" name="object 97">
              <a:extLst>
                <a:ext uri="{FF2B5EF4-FFF2-40B4-BE49-F238E27FC236}">
                  <a16:creationId xmlns:a16="http://schemas.microsoft.com/office/drawing/2014/main" id="{41A3B5EE-F3BD-F45D-606B-7D2126833758}"/>
                </a:ext>
              </a:extLst>
            </p:cNvPr>
            <p:cNvPicPr/>
            <p:nvPr>
              <p:custDataLst>
                <p:tags r:id="rId88"/>
              </p:custDataLst>
            </p:nvPr>
          </p:nvPicPr>
          <p:blipFill>
            <a:blip r:embed="rId129" cstate="print"/>
            <a:srcRect b="19428"/>
            <a:stretch>
              <a:fillRect/>
            </a:stretch>
          </p:blipFill>
          <p:spPr>
            <a:xfrm>
              <a:off x="3935085" y="9431824"/>
              <a:ext cx="470682" cy="593369"/>
            </a:xfrm>
            <a:prstGeom prst="rect">
              <a:avLst/>
            </a:prstGeom>
          </p:spPr>
        </p:pic>
        <p:sp>
          <p:nvSpPr>
            <p:cNvPr id="94" name="object 100">
              <a:extLst>
                <a:ext uri="{FF2B5EF4-FFF2-40B4-BE49-F238E27FC236}">
                  <a16:creationId xmlns:a16="http://schemas.microsoft.com/office/drawing/2014/main" id="{E8E21CB9-8A0D-1C7C-52AE-F53906E5E680}"/>
                </a:ext>
              </a:extLst>
            </p:cNvPr>
            <p:cNvSpPr/>
            <p:nvPr>
              <p:custDataLst>
                <p:tags r:id="rId89"/>
              </p:custDataLst>
            </p:nvPr>
          </p:nvSpPr>
          <p:spPr>
            <a:xfrm>
              <a:off x="2913334" y="7341730"/>
              <a:ext cx="0" cy="738667"/>
            </a:xfrm>
            <a:custGeom>
              <a:avLst/>
              <a:gdLst/>
              <a:ahLst/>
              <a:cxnLst/>
              <a:rect l="l" t="t" r="r" b="b"/>
              <a:pathLst>
                <a:path h="893445">
                  <a:moveTo>
                    <a:pt x="0" y="892937"/>
                  </a:moveTo>
                  <a:lnTo>
                    <a:pt x="0" y="0"/>
                  </a:lnTo>
                  <a:lnTo>
                    <a:pt x="0" y="0"/>
                  </a:lnTo>
                </a:path>
              </a:pathLst>
            </a:custGeom>
            <a:ln w="7199">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95" name="object 102">
              <a:extLst>
                <a:ext uri="{FF2B5EF4-FFF2-40B4-BE49-F238E27FC236}">
                  <a16:creationId xmlns:a16="http://schemas.microsoft.com/office/drawing/2014/main" id="{3B62CEC8-7CB1-9EE4-A39E-984939276944}"/>
                </a:ext>
              </a:extLst>
            </p:cNvPr>
            <p:cNvSpPr/>
            <p:nvPr>
              <p:custDataLst>
                <p:tags r:id="rId90"/>
              </p:custDataLst>
            </p:nvPr>
          </p:nvSpPr>
          <p:spPr>
            <a:xfrm>
              <a:off x="5174057" y="7352167"/>
              <a:ext cx="1096715" cy="738667"/>
            </a:xfrm>
            <a:custGeom>
              <a:avLst/>
              <a:gdLst/>
              <a:ahLst/>
              <a:cxnLst/>
              <a:rect l="l" t="t" r="r" b="b"/>
              <a:pathLst>
                <a:path w="1326515" h="893445">
                  <a:moveTo>
                    <a:pt x="1326514" y="892937"/>
                  </a:moveTo>
                  <a:lnTo>
                    <a:pt x="1326514" y="0"/>
                  </a:lnTo>
                  <a:lnTo>
                    <a:pt x="0" y="0"/>
                  </a:lnTo>
                </a:path>
              </a:pathLst>
            </a:custGeom>
            <a:ln w="7199">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96" name="object 103">
              <a:extLst>
                <a:ext uri="{FF2B5EF4-FFF2-40B4-BE49-F238E27FC236}">
                  <a16:creationId xmlns:a16="http://schemas.microsoft.com/office/drawing/2014/main" id="{A9DA772F-E9D3-4853-C850-B2B95308BC2D}"/>
                </a:ext>
              </a:extLst>
            </p:cNvPr>
            <p:cNvSpPr/>
            <p:nvPr>
              <p:custDataLst>
                <p:tags r:id="rId91"/>
              </p:custDataLst>
            </p:nvPr>
          </p:nvSpPr>
          <p:spPr>
            <a:xfrm flipV="1">
              <a:off x="3436801" y="8278944"/>
              <a:ext cx="213704" cy="63576"/>
            </a:xfrm>
            <a:custGeom>
              <a:avLst/>
              <a:gdLst/>
              <a:ahLst/>
              <a:cxnLst/>
              <a:rect l="l" t="t" r="r" b="b"/>
              <a:pathLst>
                <a:path w="1037589">
                  <a:moveTo>
                    <a:pt x="0" y="0"/>
                  </a:moveTo>
                  <a:lnTo>
                    <a:pt x="1037336" y="0"/>
                  </a:lnTo>
                </a:path>
              </a:pathLst>
            </a:custGeom>
            <a:ln w="7199">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97" name="object 104">
              <a:extLst>
                <a:ext uri="{FF2B5EF4-FFF2-40B4-BE49-F238E27FC236}">
                  <a16:creationId xmlns:a16="http://schemas.microsoft.com/office/drawing/2014/main" id="{5C59D0DC-F97A-98D4-BAF2-CC5A7599EE14}"/>
                </a:ext>
              </a:extLst>
            </p:cNvPr>
            <p:cNvSpPr txBox="1"/>
            <p:nvPr>
              <p:custDataLst>
                <p:tags r:id="rId92"/>
              </p:custDataLst>
            </p:nvPr>
          </p:nvSpPr>
          <p:spPr>
            <a:xfrm>
              <a:off x="4482292" y="7461397"/>
              <a:ext cx="630358" cy="126719"/>
            </a:xfrm>
            <a:prstGeom prst="rect">
              <a:avLst/>
            </a:prstGeom>
          </p:spPr>
          <p:txBody>
            <a:bodyPr vert="horz" wrap="square" lIns="0" tIns="12065" rIns="0" bIns="0" rtlCol="0">
              <a:spAutoFit/>
            </a:bodyPr>
            <a:lstStyle/>
            <a:p>
              <a:pPr marL="12700">
                <a:lnSpc>
                  <a:spcPct val="100000"/>
                </a:lnSpc>
                <a:spcBef>
                  <a:spcPts val="95"/>
                </a:spcBef>
              </a:pPr>
              <a:r>
                <a:rPr lang="en-US" sz="700" b="0" dirty="0">
                  <a:solidFill>
                    <a:schemeClr val="tx1"/>
                  </a:solidFill>
                  <a:latin typeface="思源黑体 Normal" panose="020B0400000000000000" pitchFamily="34" charset="-122"/>
                  <a:ea typeface="思源黑体 Normal" panose="020B0400000000000000" pitchFamily="34" charset="-122"/>
                  <a:cs typeface="微软雅黑" panose="020B0503020204020204" charset="-122"/>
                  <a:sym typeface="+mn-lt"/>
                </a:rPr>
                <a:t>POE switch</a:t>
              </a:r>
              <a:endParaRPr sz="700" b="0" spc="-50" dirty="0">
                <a:solidFill>
                  <a:schemeClr val="tx1"/>
                </a:solidFill>
                <a:latin typeface="思源黑体 Normal" panose="020B0400000000000000" pitchFamily="34" charset="-122"/>
                <a:ea typeface="思源黑体 Normal" panose="020B0400000000000000" pitchFamily="34" charset="-122"/>
                <a:cs typeface="微软雅黑" panose="020B0503020204020204" charset="-122"/>
                <a:sym typeface="+mn-lt"/>
              </a:endParaRPr>
            </a:p>
          </p:txBody>
        </p:sp>
        <p:sp>
          <p:nvSpPr>
            <p:cNvPr id="98" name="object 105">
              <a:extLst>
                <a:ext uri="{FF2B5EF4-FFF2-40B4-BE49-F238E27FC236}">
                  <a16:creationId xmlns:a16="http://schemas.microsoft.com/office/drawing/2014/main" id="{71A1B305-E889-B454-FCD5-F2FFC7E29304}"/>
                </a:ext>
              </a:extLst>
            </p:cNvPr>
            <p:cNvSpPr txBox="1"/>
            <p:nvPr>
              <p:custDataLst>
                <p:tags r:id="rId93"/>
              </p:custDataLst>
            </p:nvPr>
          </p:nvSpPr>
          <p:spPr>
            <a:xfrm>
              <a:off x="1386751" y="8739558"/>
              <a:ext cx="1149153" cy="110455"/>
            </a:xfrm>
            <a:prstGeom prst="rect">
              <a:avLst/>
            </a:prstGeom>
          </p:spPr>
          <p:txBody>
            <a:bodyPr vert="horz" wrap="square" lIns="0" tIns="12065" rIns="0" bIns="0" rtlCol="0">
              <a:spAutoFit/>
            </a:bodyPr>
            <a:lstStyle/>
            <a:p>
              <a:pPr marL="12700" algn="ctr">
                <a:lnSpc>
                  <a:spcPct val="100000"/>
                </a:lnSpc>
                <a:spcBef>
                  <a:spcPts val="95"/>
                </a:spcBef>
              </a:pPr>
              <a:r>
                <a:rPr lang="en-US" altLang="zh-CN" sz="600" b="0" dirty="0">
                  <a:solidFill>
                    <a:schemeClr val="tx1"/>
                  </a:solidFill>
                  <a:latin typeface="思源黑体 Normal" panose="020B0400000000000000" pitchFamily="34" charset="-122"/>
                  <a:ea typeface="思源黑体 Normal" panose="020B0400000000000000" pitchFamily="34" charset="-122"/>
                  <a:cs typeface="微软雅黑" panose="020B0503020204020204" charset="-122"/>
                  <a:sym typeface="+mn-lt"/>
                </a:rPr>
                <a:t>UWB </a:t>
              </a:r>
              <a:r>
                <a:rPr lang="en-US" altLang="zh-CN" sz="600" b="0" dirty="0" err="1">
                  <a:solidFill>
                    <a:schemeClr val="tx1"/>
                  </a:solidFill>
                  <a:latin typeface="思源黑体 Normal" panose="020B0400000000000000" pitchFamily="34" charset="-122"/>
                  <a:ea typeface="思源黑体 Normal" panose="020B0400000000000000" pitchFamily="34" charset="-122"/>
                  <a:cs typeface="微软雅黑" panose="020B0503020204020204" charset="-122"/>
                  <a:sym typeface="+mn-lt"/>
                </a:rPr>
                <a:t>AoA</a:t>
              </a:r>
              <a:r>
                <a:rPr lang="en-US" altLang="zh-CN" sz="600" dirty="0">
                  <a:latin typeface="思源黑体 Normal" panose="020B0400000000000000" pitchFamily="34" charset="-122"/>
                  <a:ea typeface="思源黑体 Normal" panose="020B0400000000000000" pitchFamily="34" charset="-122"/>
                  <a:cs typeface="微软雅黑" panose="020B0503020204020204" charset="-122"/>
                  <a:sym typeface="+mn-lt"/>
                </a:rPr>
                <a:t> </a:t>
              </a:r>
              <a:r>
                <a:rPr lang="en-US" altLang="zh-CN" sz="600" b="0" dirty="0">
                  <a:solidFill>
                    <a:schemeClr val="tx1"/>
                  </a:solidFill>
                  <a:latin typeface="思源黑体 Normal" panose="020B0400000000000000" pitchFamily="34" charset="-122"/>
                  <a:ea typeface="思源黑体 Normal" panose="020B0400000000000000" pitchFamily="34" charset="-122"/>
                  <a:cs typeface="微软雅黑" panose="020B0503020204020204" charset="-122"/>
                  <a:sym typeface="+mn-lt"/>
                </a:rPr>
                <a:t>Locator</a:t>
              </a:r>
            </a:p>
          </p:txBody>
        </p:sp>
        <p:sp>
          <p:nvSpPr>
            <p:cNvPr id="99" name="object 106">
              <a:extLst>
                <a:ext uri="{FF2B5EF4-FFF2-40B4-BE49-F238E27FC236}">
                  <a16:creationId xmlns:a16="http://schemas.microsoft.com/office/drawing/2014/main" id="{8A8C191E-D0DE-6564-8F0D-6FCDF5FAE073}"/>
                </a:ext>
              </a:extLst>
            </p:cNvPr>
            <p:cNvSpPr txBox="1"/>
            <p:nvPr>
              <p:custDataLst>
                <p:tags r:id="rId94"/>
              </p:custDataLst>
            </p:nvPr>
          </p:nvSpPr>
          <p:spPr>
            <a:xfrm>
              <a:off x="2406333" y="8748887"/>
              <a:ext cx="1060497" cy="110455"/>
            </a:xfrm>
            <a:prstGeom prst="rect">
              <a:avLst/>
            </a:prstGeom>
          </p:spPr>
          <p:txBody>
            <a:bodyPr vert="horz" wrap="square" lIns="0" tIns="12065" rIns="0" bIns="0" rtlCol="0">
              <a:spAutoFit/>
            </a:bodyPr>
            <a:lstStyle/>
            <a:p>
              <a:pPr marL="12700" algn="ctr">
                <a:lnSpc>
                  <a:spcPct val="100000"/>
                </a:lnSpc>
                <a:spcBef>
                  <a:spcPts val="95"/>
                </a:spcBef>
              </a:pPr>
              <a:r>
                <a:rPr lang="en-US" altLang="zh-CN" sz="600" b="0" dirty="0">
                  <a:solidFill>
                    <a:schemeClr val="tx1"/>
                  </a:solidFill>
                  <a:latin typeface="思源黑体 Normal" panose="020B0400000000000000" pitchFamily="34" charset="-122"/>
                  <a:ea typeface="思源黑体 Normal" panose="020B0400000000000000" pitchFamily="34" charset="-122"/>
                  <a:cs typeface="微软雅黑" panose="020B0503020204020204" charset="-122"/>
                  <a:sym typeface="+mn-lt"/>
                </a:rPr>
                <a:t>BEL </a:t>
              </a:r>
              <a:r>
                <a:rPr lang="en-US" altLang="zh-CN" sz="600" b="0" dirty="0" err="1">
                  <a:solidFill>
                    <a:schemeClr val="tx1"/>
                  </a:solidFill>
                  <a:latin typeface="思源黑体 Normal" panose="020B0400000000000000" pitchFamily="34" charset="-122"/>
                  <a:ea typeface="思源黑体 Normal" panose="020B0400000000000000" pitchFamily="34" charset="-122"/>
                  <a:cs typeface="微软雅黑" panose="020B0503020204020204" charset="-122"/>
                  <a:sym typeface="+mn-lt"/>
                </a:rPr>
                <a:t>AoA</a:t>
              </a:r>
              <a:r>
                <a:rPr lang="en-US" altLang="zh-CN" sz="600" b="0" dirty="0">
                  <a:solidFill>
                    <a:schemeClr val="tx1"/>
                  </a:solidFill>
                  <a:latin typeface="思源黑体 Normal" panose="020B0400000000000000" pitchFamily="34" charset="-122"/>
                  <a:ea typeface="思源黑体 Normal" panose="020B0400000000000000" pitchFamily="34" charset="-122"/>
                  <a:cs typeface="微软雅黑" panose="020B0503020204020204" charset="-122"/>
                  <a:sym typeface="+mn-lt"/>
                </a:rPr>
                <a:t> Locator</a:t>
              </a:r>
              <a:endParaRPr lang="zh-CN" altLang="en-US" sz="600" b="0" spc="-50" dirty="0">
                <a:solidFill>
                  <a:schemeClr val="tx1"/>
                </a:solidFill>
                <a:latin typeface="思源黑体 Normal" panose="020B0400000000000000" pitchFamily="34" charset="-122"/>
                <a:ea typeface="思源黑体 Normal" panose="020B0400000000000000" pitchFamily="34" charset="-122"/>
                <a:cs typeface="微软雅黑" panose="020B0503020204020204" charset="-122"/>
                <a:sym typeface="+mn-lt"/>
              </a:endParaRPr>
            </a:p>
          </p:txBody>
        </p:sp>
        <p:sp>
          <p:nvSpPr>
            <p:cNvPr id="100" name="object 108">
              <a:extLst>
                <a:ext uri="{FF2B5EF4-FFF2-40B4-BE49-F238E27FC236}">
                  <a16:creationId xmlns:a16="http://schemas.microsoft.com/office/drawing/2014/main" id="{B4952F13-8456-6897-15CE-31696AD32FDC}"/>
                </a:ext>
              </a:extLst>
            </p:cNvPr>
            <p:cNvSpPr txBox="1"/>
            <p:nvPr>
              <p:custDataLst>
                <p:tags r:id="rId95"/>
              </p:custDataLst>
            </p:nvPr>
          </p:nvSpPr>
          <p:spPr>
            <a:xfrm>
              <a:off x="3555486" y="8748887"/>
              <a:ext cx="1028371" cy="110455"/>
            </a:xfrm>
            <a:prstGeom prst="rect">
              <a:avLst/>
            </a:prstGeom>
          </p:spPr>
          <p:txBody>
            <a:bodyPr vert="horz" wrap="square" lIns="0" tIns="12065" rIns="0" bIns="0" rtlCol="0">
              <a:spAutoFit/>
            </a:bodyPr>
            <a:lstStyle/>
            <a:p>
              <a:pPr marL="12700" algn="ctr">
                <a:lnSpc>
                  <a:spcPct val="100000"/>
                </a:lnSpc>
                <a:spcBef>
                  <a:spcPts val="95"/>
                </a:spcBef>
              </a:pPr>
              <a:r>
                <a:rPr lang="en-US" altLang="zh-CN" sz="600" b="0" dirty="0">
                  <a:solidFill>
                    <a:schemeClr val="tx1"/>
                  </a:solidFill>
                  <a:latin typeface="思源黑体 Normal" panose="020B0400000000000000" pitchFamily="34" charset="-122"/>
                  <a:ea typeface="思源黑体 Normal" panose="020B0400000000000000" pitchFamily="34" charset="-122"/>
                  <a:cs typeface="+mn-ea"/>
                  <a:sym typeface="+mn-lt"/>
                </a:rPr>
                <a:t>BLE slave Locator</a:t>
              </a:r>
              <a:endParaRPr sz="600" b="0" spc="-5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01" name="object 109">
              <a:extLst>
                <a:ext uri="{FF2B5EF4-FFF2-40B4-BE49-F238E27FC236}">
                  <a16:creationId xmlns:a16="http://schemas.microsoft.com/office/drawing/2014/main" id="{10512F62-7BF1-B18C-8533-BBFBC6F80A9F}"/>
                </a:ext>
              </a:extLst>
            </p:cNvPr>
            <p:cNvSpPr txBox="1"/>
            <p:nvPr>
              <p:custDataLst>
                <p:tags r:id="rId96"/>
              </p:custDataLst>
            </p:nvPr>
          </p:nvSpPr>
          <p:spPr>
            <a:xfrm>
              <a:off x="5465555" y="8735824"/>
              <a:ext cx="1312704" cy="110455"/>
            </a:xfrm>
            <a:prstGeom prst="rect">
              <a:avLst/>
            </a:prstGeom>
          </p:spPr>
          <p:txBody>
            <a:bodyPr vert="horz" wrap="square" lIns="0" tIns="12065" rIns="0" bIns="0" rtlCol="0">
              <a:spAutoFit/>
            </a:bodyPr>
            <a:lstStyle>
              <a:defPPr>
                <a:defRPr lang="zh-CN"/>
              </a:defPPr>
              <a:lvl1pPr marL="12700" algn="ctr">
                <a:lnSpc>
                  <a:spcPct val="100000"/>
                </a:lnSpc>
                <a:spcBef>
                  <a:spcPts val="95"/>
                </a:spcBef>
                <a:defRPr sz="600" b="0">
                  <a:latin typeface="微软雅黑" panose="020B0503020204020204" charset="-122"/>
                  <a:ea typeface="微软雅黑" panose="020B0503020204020204" charset="-122"/>
                  <a:cs typeface="+mn-ea"/>
                </a:defRPr>
              </a:lvl1pPr>
            </a:lstStyle>
            <a:p>
              <a:r>
                <a:rPr lang="en-US" dirty="0">
                  <a:latin typeface="思源黑体 Normal" panose="020B0400000000000000" pitchFamily="34" charset="-122"/>
                  <a:ea typeface="思源黑体 Normal" panose="020B0400000000000000" pitchFamily="34" charset="-122"/>
                  <a:sym typeface="+mn-lt"/>
                </a:rPr>
                <a:t>Differential positioner Locator</a:t>
              </a:r>
              <a:endParaRPr dirty="0">
                <a:latin typeface="思源黑体 Normal" panose="020B0400000000000000" pitchFamily="34" charset="-122"/>
                <a:ea typeface="思源黑体 Normal" panose="020B0400000000000000" pitchFamily="34" charset="-122"/>
                <a:sym typeface="+mn-lt"/>
              </a:endParaRPr>
            </a:p>
          </p:txBody>
        </p:sp>
        <p:pic>
          <p:nvPicPr>
            <p:cNvPr id="102" name="object 111">
              <a:extLst>
                <a:ext uri="{FF2B5EF4-FFF2-40B4-BE49-F238E27FC236}">
                  <a16:creationId xmlns:a16="http://schemas.microsoft.com/office/drawing/2014/main" id="{D0187FD2-BCC2-C88F-E439-1B3FDFAB68C4}"/>
                </a:ext>
              </a:extLst>
            </p:cNvPr>
            <p:cNvPicPr/>
            <p:nvPr>
              <p:custDataLst>
                <p:tags r:id="rId97"/>
              </p:custDataLst>
            </p:nvPr>
          </p:nvPicPr>
          <p:blipFill>
            <a:blip r:embed="rId130" cstate="print"/>
            <a:stretch>
              <a:fillRect/>
            </a:stretch>
          </p:blipFill>
          <p:spPr>
            <a:xfrm>
              <a:off x="2453648" y="9432397"/>
              <a:ext cx="316666" cy="635611"/>
            </a:xfrm>
            <a:prstGeom prst="rect">
              <a:avLst/>
            </a:prstGeom>
          </p:spPr>
        </p:pic>
        <p:sp>
          <p:nvSpPr>
            <p:cNvPr id="103" name="object 112">
              <a:extLst>
                <a:ext uri="{FF2B5EF4-FFF2-40B4-BE49-F238E27FC236}">
                  <a16:creationId xmlns:a16="http://schemas.microsoft.com/office/drawing/2014/main" id="{E548B691-7B40-EB57-0752-ADCCE5080BB3}"/>
                </a:ext>
              </a:extLst>
            </p:cNvPr>
            <p:cNvSpPr/>
            <p:nvPr>
              <p:custDataLst>
                <p:tags r:id="rId98"/>
              </p:custDataLst>
            </p:nvPr>
          </p:nvSpPr>
          <p:spPr>
            <a:xfrm>
              <a:off x="1290407" y="4855868"/>
              <a:ext cx="5333424" cy="0"/>
            </a:xfrm>
            <a:custGeom>
              <a:avLst/>
              <a:gdLst/>
              <a:ahLst/>
              <a:cxnLst/>
              <a:rect l="l" t="t" r="r" b="b"/>
              <a:pathLst>
                <a:path w="6450965">
                  <a:moveTo>
                    <a:pt x="0" y="0"/>
                  </a:moveTo>
                  <a:lnTo>
                    <a:pt x="6450965" y="0"/>
                  </a:lnTo>
                </a:path>
              </a:pathLst>
            </a:custGeom>
            <a:ln w="7199">
              <a:solidFill>
                <a:srgbClr val="1B75BC"/>
              </a:solidFill>
              <a:prstDash val="dot"/>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04" name="object 113">
              <a:extLst>
                <a:ext uri="{FF2B5EF4-FFF2-40B4-BE49-F238E27FC236}">
                  <a16:creationId xmlns:a16="http://schemas.microsoft.com/office/drawing/2014/main" id="{528C7C0D-1B99-842C-4BE8-E93FE27A5C1F}"/>
                </a:ext>
              </a:extLst>
            </p:cNvPr>
            <p:cNvSpPr/>
            <p:nvPr>
              <p:custDataLst>
                <p:tags r:id="rId99"/>
              </p:custDataLst>
            </p:nvPr>
          </p:nvSpPr>
          <p:spPr>
            <a:xfrm>
              <a:off x="4115979" y="4600648"/>
              <a:ext cx="0" cy="753368"/>
            </a:xfrm>
            <a:custGeom>
              <a:avLst/>
              <a:gdLst/>
              <a:ahLst/>
              <a:cxnLst/>
              <a:rect l="l" t="t" r="r" b="b"/>
              <a:pathLst>
                <a:path h="911225">
                  <a:moveTo>
                    <a:pt x="0" y="910716"/>
                  </a:moveTo>
                  <a:lnTo>
                    <a:pt x="0" y="0"/>
                  </a:lnTo>
                </a:path>
              </a:pathLst>
            </a:custGeom>
            <a:ln w="21600">
              <a:solidFill>
                <a:srgbClr val="231F20"/>
              </a:solidFill>
              <a:prstDash val="sysDot"/>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05" name="object 114">
              <a:extLst>
                <a:ext uri="{FF2B5EF4-FFF2-40B4-BE49-F238E27FC236}">
                  <a16:creationId xmlns:a16="http://schemas.microsoft.com/office/drawing/2014/main" id="{4124557B-BF99-02E3-F480-8B97845D542B}"/>
                </a:ext>
              </a:extLst>
            </p:cNvPr>
            <p:cNvSpPr/>
            <p:nvPr>
              <p:custDataLst>
                <p:tags r:id="rId100"/>
              </p:custDataLst>
            </p:nvPr>
          </p:nvSpPr>
          <p:spPr>
            <a:xfrm>
              <a:off x="1290407" y="6215406"/>
              <a:ext cx="5333424" cy="0"/>
            </a:xfrm>
            <a:custGeom>
              <a:avLst/>
              <a:gdLst/>
              <a:ahLst/>
              <a:cxnLst/>
              <a:rect l="l" t="t" r="r" b="b"/>
              <a:pathLst>
                <a:path w="6450965">
                  <a:moveTo>
                    <a:pt x="0" y="0"/>
                  </a:moveTo>
                  <a:lnTo>
                    <a:pt x="6450965" y="0"/>
                  </a:lnTo>
                </a:path>
              </a:pathLst>
            </a:custGeom>
            <a:ln w="7199">
              <a:solidFill>
                <a:srgbClr val="1B75BC"/>
              </a:solidFill>
              <a:prstDash val="dot"/>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06" name="object 115">
              <a:extLst>
                <a:ext uri="{FF2B5EF4-FFF2-40B4-BE49-F238E27FC236}">
                  <a16:creationId xmlns:a16="http://schemas.microsoft.com/office/drawing/2014/main" id="{771D987A-FD87-CC07-40E0-9084F772C5F0}"/>
                </a:ext>
              </a:extLst>
            </p:cNvPr>
            <p:cNvSpPr/>
            <p:nvPr>
              <p:custDataLst>
                <p:tags r:id="rId101"/>
              </p:custDataLst>
            </p:nvPr>
          </p:nvSpPr>
          <p:spPr>
            <a:xfrm>
              <a:off x="1290407" y="7723769"/>
              <a:ext cx="5333424" cy="0"/>
            </a:xfrm>
            <a:custGeom>
              <a:avLst/>
              <a:gdLst/>
              <a:ahLst/>
              <a:cxnLst/>
              <a:rect l="l" t="t" r="r" b="b"/>
              <a:pathLst>
                <a:path w="6450965">
                  <a:moveTo>
                    <a:pt x="0" y="0"/>
                  </a:moveTo>
                  <a:lnTo>
                    <a:pt x="6450965" y="0"/>
                  </a:lnTo>
                </a:path>
              </a:pathLst>
            </a:custGeom>
            <a:ln w="7199">
              <a:solidFill>
                <a:srgbClr val="1B75BC"/>
              </a:solidFill>
              <a:prstDash val="dot"/>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07" name="object 116">
              <a:extLst>
                <a:ext uri="{FF2B5EF4-FFF2-40B4-BE49-F238E27FC236}">
                  <a16:creationId xmlns:a16="http://schemas.microsoft.com/office/drawing/2014/main" id="{8E986E7E-B1CF-85B8-1116-CA7B5438CF96}"/>
                </a:ext>
              </a:extLst>
            </p:cNvPr>
            <p:cNvSpPr/>
            <p:nvPr>
              <p:custDataLst>
                <p:tags r:id="rId102"/>
              </p:custDataLst>
            </p:nvPr>
          </p:nvSpPr>
          <p:spPr>
            <a:xfrm>
              <a:off x="1290407" y="9246013"/>
              <a:ext cx="5333424" cy="0"/>
            </a:xfrm>
            <a:custGeom>
              <a:avLst/>
              <a:gdLst/>
              <a:ahLst/>
              <a:cxnLst/>
              <a:rect l="l" t="t" r="r" b="b"/>
              <a:pathLst>
                <a:path w="6450965">
                  <a:moveTo>
                    <a:pt x="0" y="0"/>
                  </a:moveTo>
                  <a:lnTo>
                    <a:pt x="6450965" y="0"/>
                  </a:lnTo>
                </a:path>
              </a:pathLst>
            </a:custGeom>
            <a:ln w="7199">
              <a:solidFill>
                <a:srgbClr val="1B75BC"/>
              </a:solidFill>
              <a:prstDash val="dot"/>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08" name="object 120">
              <a:extLst>
                <a:ext uri="{FF2B5EF4-FFF2-40B4-BE49-F238E27FC236}">
                  <a16:creationId xmlns:a16="http://schemas.microsoft.com/office/drawing/2014/main" id="{DE5558BA-FACE-2F80-7BB8-6182A52B5D86}"/>
                </a:ext>
              </a:extLst>
            </p:cNvPr>
            <p:cNvSpPr txBox="1"/>
            <p:nvPr>
              <p:custDataLst>
                <p:tags r:id="rId103"/>
              </p:custDataLst>
            </p:nvPr>
          </p:nvSpPr>
          <p:spPr>
            <a:xfrm>
              <a:off x="868780" y="4110180"/>
              <a:ext cx="954442" cy="411327"/>
            </a:xfrm>
            <a:prstGeom prst="rect">
              <a:avLst/>
            </a:prstGeom>
          </p:spPr>
          <p:txBody>
            <a:bodyPr vert="horz" wrap="square" lIns="0" tIns="19685" rIns="0" bIns="0" rtlCol="0">
              <a:spAutoFit/>
            </a:bodyPr>
            <a:lstStyle/>
            <a:p>
              <a:pPr marL="12700">
                <a:lnSpc>
                  <a:spcPct val="100000"/>
                </a:lnSpc>
                <a:spcBef>
                  <a:spcPts val="155"/>
                </a:spcBef>
              </a:pPr>
              <a:r>
                <a:rPr lang="en-US" sz="800" b="1" spc="110" dirty="0">
                  <a:solidFill>
                    <a:schemeClr val="tx1"/>
                  </a:solidFill>
                  <a:latin typeface="思源黑体 Normal" panose="020B0400000000000000" pitchFamily="34" charset="-122"/>
                  <a:ea typeface="思源黑体 Normal" panose="020B0400000000000000" pitchFamily="34" charset="-122"/>
                  <a:cs typeface="+mn-ea"/>
                  <a:sym typeface="+mn-lt"/>
                </a:rPr>
                <a:t>Positioning service system</a:t>
              </a:r>
              <a:endParaRPr sz="800" b="1" spc="11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09" name="object 121">
              <a:extLst>
                <a:ext uri="{FF2B5EF4-FFF2-40B4-BE49-F238E27FC236}">
                  <a16:creationId xmlns:a16="http://schemas.microsoft.com/office/drawing/2014/main" id="{BB616B1A-7534-A4DC-8382-65ACD589D912}"/>
                </a:ext>
              </a:extLst>
            </p:cNvPr>
            <p:cNvSpPr txBox="1"/>
            <p:nvPr>
              <p:custDataLst>
                <p:tags r:id="rId104"/>
              </p:custDataLst>
            </p:nvPr>
          </p:nvSpPr>
          <p:spPr>
            <a:xfrm>
              <a:off x="868781" y="5424070"/>
              <a:ext cx="796820" cy="281220"/>
            </a:xfrm>
            <a:prstGeom prst="rect">
              <a:avLst/>
            </a:prstGeom>
          </p:spPr>
          <p:txBody>
            <a:bodyPr vert="horz" wrap="square" lIns="0" tIns="19685" rIns="0" bIns="0" rtlCol="0">
              <a:spAutoFit/>
            </a:bodyPr>
            <a:lstStyle>
              <a:defPPr>
                <a:defRPr kern="0"/>
              </a:defPPr>
              <a:lvl1pPr marL="12700">
                <a:lnSpc>
                  <a:spcPct val="100000"/>
                </a:lnSpc>
                <a:spcBef>
                  <a:spcPts val="155"/>
                </a:spcBef>
                <a:defRPr sz="1000" b="1" spc="110">
                  <a:solidFill>
                    <a:srgbClr val="277CBB"/>
                  </a:solidFill>
                  <a:latin typeface="Microsoft YaHei UI" panose="020B0503020204020204" charset="-122"/>
                  <a:cs typeface="Microsoft YaHei UI" panose="020B0503020204020204" charset="-122"/>
                </a:defRPr>
              </a:lvl1pPr>
            </a:lstStyle>
            <a:p>
              <a:r>
                <a:rPr lang="en-US" altLang="zh-CN" sz="800" dirty="0">
                  <a:solidFill>
                    <a:schemeClr val="tx1"/>
                  </a:solidFill>
                  <a:latin typeface="思源黑体 Normal" panose="020B0400000000000000" pitchFamily="34" charset="-122"/>
                  <a:ea typeface="思源黑体 Normal" panose="020B0400000000000000" pitchFamily="34" charset="-122"/>
                  <a:cs typeface="+mn-ea"/>
                  <a:sym typeface="+mn-lt"/>
                </a:rPr>
                <a:t>Positioning engine</a:t>
              </a:r>
              <a:endParaRPr lang="zh-CN" altLang="en-US" sz="80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10" name="object 122">
              <a:extLst>
                <a:ext uri="{FF2B5EF4-FFF2-40B4-BE49-F238E27FC236}">
                  <a16:creationId xmlns:a16="http://schemas.microsoft.com/office/drawing/2014/main" id="{333C45EE-8EA2-C423-1885-05A031CB542A}"/>
                </a:ext>
              </a:extLst>
            </p:cNvPr>
            <p:cNvSpPr txBox="1"/>
            <p:nvPr>
              <p:custDataLst>
                <p:tags r:id="rId105"/>
              </p:custDataLst>
            </p:nvPr>
          </p:nvSpPr>
          <p:spPr>
            <a:xfrm>
              <a:off x="881436" y="6702610"/>
              <a:ext cx="913517" cy="151114"/>
            </a:xfrm>
            <a:prstGeom prst="rect">
              <a:avLst/>
            </a:prstGeom>
          </p:spPr>
          <p:txBody>
            <a:bodyPr vert="horz" wrap="square" lIns="0" tIns="19685" rIns="0" bIns="0" rtlCol="0">
              <a:spAutoFit/>
            </a:bodyPr>
            <a:lstStyle>
              <a:defPPr>
                <a:defRPr kern="0"/>
              </a:defPPr>
              <a:lvl1pPr marL="12700">
                <a:lnSpc>
                  <a:spcPct val="100000"/>
                </a:lnSpc>
                <a:spcBef>
                  <a:spcPts val="155"/>
                </a:spcBef>
                <a:defRPr sz="1000" b="1" spc="110">
                  <a:solidFill>
                    <a:srgbClr val="277CBB"/>
                  </a:solidFill>
                  <a:latin typeface="Microsoft YaHei UI" panose="020B0503020204020204" charset="-122"/>
                  <a:cs typeface="Microsoft YaHei UI" panose="020B0503020204020204" charset="-122"/>
                </a:defRPr>
              </a:lvl1pPr>
            </a:lstStyle>
            <a:p>
              <a:r>
                <a:rPr lang="en-US" sz="800" dirty="0">
                  <a:solidFill>
                    <a:schemeClr val="tx1"/>
                  </a:solidFill>
                  <a:latin typeface="思源黑体 Normal" panose="020B0400000000000000" pitchFamily="34" charset="-122"/>
                  <a:ea typeface="思源黑体 Normal" panose="020B0400000000000000" pitchFamily="34" charset="-122"/>
                  <a:cs typeface="+mn-ea"/>
                  <a:sym typeface="+mn-lt"/>
                </a:rPr>
                <a:t>Network link</a:t>
              </a:r>
              <a:endParaRPr sz="80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11" name="object 123">
              <a:extLst>
                <a:ext uri="{FF2B5EF4-FFF2-40B4-BE49-F238E27FC236}">
                  <a16:creationId xmlns:a16="http://schemas.microsoft.com/office/drawing/2014/main" id="{DF1F51ED-6793-01BB-2BA1-B836577C6DF7}"/>
                </a:ext>
              </a:extLst>
            </p:cNvPr>
            <p:cNvSpPr txBox="1"/>
            <p:nvPr>
              <p:custDataLst>
                <p:tags r:id="rId106"/>
              </p:custDataLst>
            </p:nvPr>
          </p:nvSpPr>
          <p:spPr>
            <a:xfrm>
              <a:off x="881131" y="8322342"/>
              <a:ext cx="868787" cy="151114"/>
            </a:xfrm>
            <a:prstGeom prst="rect">
              <a:avLst/>
            </a:prstGeom>
          </p:spPr>
          <p:txBody>
            <a:bodyPr vert="horz" wrap="square" lIns="0" tIns="19685" rIns="0" bIns="0" rtlCol="0">
              <a:spAutoFit/>
            </a:bodyPr>
            <a:lstStyle>
              <a:defPPr>
                <a:defRPr kern="0"/>
              </a:defPPr>
              <a:lvl1pPr marL="12700">
                <a:lnSpc>
                  <a:spcPct val="100000"/>
                </a:lnSpc>
                <a:spcBef>
                  <a:spcPts val="155"/>
                </a:spcBef>
                <a:defRPr sz="1000" b="1" spc="110">
                  <a:solidFill>
                    <a:srgbClr val="277CBB"/>
                  </a:solidFill>
                  <a:latin typeface="Microsoft YaHei UI" panose="020B0503020204020204" charset="-122"/>
                  <a:cs typeface="Microsoft YaHei UI" panose="020B0503020204020204" charset="-122"/>
                </a:defRPr>
              </a:lvl1pPr>
            </a:lstStyle>
            <a:p>
              <a:r>
                <a:rPr lang="en-US" sz="800" dirty="0">
                  <a:solidFill>
                    <a:schemeClr val="tx1"/>
                  </a:solidFill>
                  <a:latin typeface="思源黑体 Normal" panose="020B0400000000000000" pitchFamily="34" charset="-122"/>
                  <a:ea typeface="思源黑体 Normal" panose="020B0400000000000000" pitchFamily="34" charset="-122"/>
                  <a:cs typeface="+mn-ea"/>
                  <a:sym typeface="+mn-lt"/>
                </a:rPr>
                <a:t>Locators</a:t>
              </a:r>
            </a:p>
          </p:txBody>
        </p:sp>
        <p:sp>
          <p:nvSpPr>
            <p:cNvPr id="112" name="object 124">
              <a:extLst>
                <a:ext uri="{FF2B5EF4-FFF2-40B4-BE49-F238E27FC236}">
                  <a16:creationId xmlns:a16="http://schemas.microsoft.com/office/drawing/2014/main" id="{F6A6A59F-BAEC-0EB6-F8DF-CA8EC7968264}"/>
                </a:ext>
              </a:extLst>
            </p:cNvPr>
            <p:cNvSpPr txBox="1"/>
            <p:nvPr>
              <p:custDataLst>
                <p:tags r:id="rId107"/>
              </p:custDataLst>
            </p:nvPr>
          </p:nvSpPr>
          <p:spPr>
            <a:xfrm>
              <a:off x="868780" y="9542008"/>
              <a:ext cx="965619" cy="281220"/>
            </a:xfrm>
            <a:prstGeom prst="rect">
              <a:avLst/>
            </a:prstGeom>
          </p:spPr>
          <p:txBody>
            <a:bodyPr vert="horz" wrap="square" lIns="0" tIns="19685" rIns="0" bIns="0" rtlCol="0">
              <a:spAutoFit/>
            </a:bodyPr>
            <a:lstStyle>
              <a:defPPr>
                <a:defRPr kern="0"/>
              </a:defPPr>
              <a:lvl1pPr marL="12700">
                <a:lnSpc>
                  <a:spcPct val="100000"/>
                </a:lnSpc>
                <a:spcBef>
                  <a:spcPts val="155"/>
                </a:spcBef>
                <a:defRPr sz="1000" b="1" spc="110">
                  <a:solidFill>
                    <a:srgbClr val="277CBB"/>
                  </a:solidFill>
                  <a:latin typeface="Microsoft YaHei UI" panose="020B0503020204020204" charset="-122"/>
                  <a:cs typeface="Microsoft YaHei UI" panose="020B0503020204020204" charset="-122"/>
                </a:defRPr>
              </a:lvl1pPr>
            </a:lstStyle>
            <a:p>
              <a:r>
                <a:rPr lang="en-US" altLang="zh-CN" sz="800" dirty="0">
                  <a:solidFill>
                    <a:schemeClr val="tx1"/>
                  </a:solidFill>
                  <a:latin typeface="思源黑体 Normal" panose="020B0400000000000000" pitchFamily="34" charset="-122"/>
                  <a:ea typeface="思源黑体 Normal" panose="020B0400000000000000" pitchFamily="34" charset="-122"/>
                  <a:cs typeface="+mn-ea"/>
                  <a:sym typeface="+mn-lt"/>
                </a:rPr>
                <a:t>Positioning equipment</a:t>
              </a:r>
              <a:endParaRPr lang="zh-CN" altLang="en-US" sz="80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13" name="object 130">
              <a:extLst>
                <a:ext uri="{FF2B5EF4-FFF2-40B4-BE49-F238E27FC236}">
                  <a16:creationId xmlns:a16="http://schemas.microsoft.com/office/drawing/2014/main" id="{16D3774C-5BCD-1971-E2B7-52B3BE8FA577}"/>
                </a:ext>
              </a:extLst>
            </p:cNvPr>
            <p:cNvSpPr/>
            <p:nvPr>
              <p:custDataLst>
                <p:tags r:id="rId108"/>
              </p:custDataLst>
            </p:nvPr>
          </p:nvSpPr>
          <p:spPr>
            <a:xfrm>
              <a:off x="1953916" y="8254276"/>
              <a:ext cx="991716" cy="329172"/>
            </a:xfrm>
            <a:custGeom>
              <a:avLst/>
              <a:gdLst/>
              <a:ahLst/>
              <a:cxnLst/>
              <a:rect l="l" t="t" r="r" b="b"/>
              <a:pathLst>
                <a:path w="1199514" h="398145">
                  <a:moveTo>
                    <a:pt x="119126" y="0"/>
                  </a:moveTo>
                  <a:lnTo>
                    <a:pt x="0" y="0"/>
                  </a:lnTo>
                  <a:lnTo>
                    <a:pt x="0" y="26924"/>
                  </a:lnTo>
                  <a:lnTo>
                    <a:pt x="119126" y="26924"/>
                  </a:lnTo>
                  <a:lnTo>
                    <a:pt x="119126" y="0"/>
                  </a:lnTo>
                  <a:close/>
                </a:path>
                <a:path w="1199514" h="398145">
                  <a:moveTo>
                    <a:pt x="1198943" y="361238"/>
                  </a:moveTo>
                  <a:lnTo>
                    <a:pt x="1092771" y="361238"/>
                  </a:lnTo>
                  <a:lnTo>
                    <a:pt x="1092771" y="397941"/>
                  </a:lnTo>
                  <a:lnTo>
                    <a:pt x="1198943" y="397941"/>
                  </a:lnTo>
                  <a:lnTo>
                    <a:pt x="1198943" y="361238"/>
                  </a:lnTo>
                  <a:close/>
                </a:path>
              </a:pathLst>
            </a:custGeom>
            <a:solidFill>
              <a:srgbClr val="EFF0F0"/>
            </a:solidFill>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pic>
          <p:nvPicPr>
            <p:cNvPr id="114" name="object 132">
              <a:extLst>
                <a:ext uri="{FF2B5EF4-FFF2-40B4-BE49-F238E27FC236}">
                  <a16:creationId xmlns:a16="http://schemas.microsoft.com/office/drawing/2014/main" id="{A1462F7B-C5E6-9147-9207-2640BE28FC66}"/>
                </a:ext>
              </a:extLst>
            </p:cNvPr>
            <p:cNvPicPr/>
            <p:nvPr>
              <p:custDataLst>
                <p:tags r:id="rId109"/>
              </p:custDataLst>
            </p:nvPr>
          </p:nvPicPr>
          <p:blipFill>
            <a:blip r:embed="rId131" cstate="print"/>
            <a:stretch>
              <a:fillRect/>
            </a:stretch>
          </p:blipFill>
          <p:spPr>
            <a:xfrm>
              <a:off x="2599829" y="8179219"/>
              <a:ext cx="669861" cy="404687"/>
            </a:xfrm>
            <a:prstGeom prst="rect">
              <a:avLst/>
            </a:prstGeom>
            <a:effectLst>
              <a:outerShdw blurRad="76200" dir="18900000" sy="23000" kx="-1200000" algn="bl" rotWithShape="0">
                <a:prstClr val="black">
                  <a:alpha val="20000"/>
                </a:prstClr>
              </a:outerShdw>
            </a:effectLst>
          </p:spPr>
        </p:pic>
        <p:pic>
          <p:nvPicPr>
            <p:cNvPr id="115" name="object 136">
              <a:extLst>
                <a:ext uri="{FF2B5EF4-FFF2-40B4-BE49-F238E27FC236}">
                  <a16:creationId xmlns:a16="http://schemas.microsoft.com/office/drawing/2014/main" id="{9E4B5B4F-E132-5550-084F-18A2F5BAB516}"/>
                </a:ext>
              </a:extLst>
            </p:cNvPr>
            <p:cNvPicPr/>
            <p:nvPr>
              <p:custDataLst>
                <p:tags r:id="rId110"/>
              </p:custDataLst>
            </p:nvPr>
          </p:nvPicPr>
          <p:blipFill>
            <a:blip r:embed="rId132" cstate="print"/>
            <a:stretch>
              <a:fillRect/>
            </a:stretch>
          </p:blipFill>
          <p:spPr>
            <a:xfrm>
              <a:off x="4711691" y="8141182"/>
              <a:ext cx="508848" cy="420495"/>
            </a:xfrm>
            <a:prstGeom prst="rect">
              <a:avLst/>
            </a:prstGeom>
            <a:effectLst>
              <a:outerShdw blurRad="76200" dir="18900000" sy="23000" kx="-1200000" algn="bl" rotWithShape="0">
                <a:prstClr val="black">
                  <a:alpha val="20000"/>
                </a:prstClr>
              </a:outerShdw>
            </a:effectLst>
          </p:spPr>
        </p:pic>
        <p:pic>
          <p:nvPicPr>
            <p:cNvPr id="116" name="object 137">
              <a:extLst>
                <a:ext uri="{FF2B5EF4-FFF2-40B4-BE49-F238E27FC236}">
                  <a16:creationId xmlns:a16="http://schemas.microsoft.com/office/drawing/2014/main" id="{AE71AFFE-AA85-2E47-395C-84FDACAFD956}"/>
                </a:ext>
              </a:extLst>
            </p:cNvPr>
            <p:cNvPicPr/>
            <p:nvPr>
              <p:custDataLst>
                <p:tags r:id="rId111"/>
              </p:custDataLst>
            </p:nvPr>
          </p:nvPicPr>
          <p:blipFill>
            <a:blip r:embed="rId133" cstate="print"/>
            <a:srcRect r="-4944" b="24675"/>
            <a:stretch>
              <a:fillRect/>
            </a:stretch>
          </p:blipFill>
          <p:spPr>
            <a:xfrm>
              <a:off x="3200735" y="9460149"/>
              <a:ext cx="339210" cy="505489"/>
            </a:xfrm>
            <a:prstGeom prst="rect">
              <a:avLst/>
            </a:prstGeom>
          </p:spPr>
        </p:pic>
        <p:pic>
          <p:nvPicPr>
            <p:cNvPr id="117" name="object 2">
              <a:extLst>
                <a:ext uri="{FF2B5EF4-FFF2-40B4-BE49-F238E27FC236}">
                  <a16:creationId xmlns:a16="http://schemas.microsoft.com/office/drawing/2014/main" id="{60C5AE41-3C8F-4D93-2FF3-EE47F0CFD504}"/>
                </a:ext>
              </a:extLst>
            </p:cNvPr>
            <p:cNvPicPr/>
            <p:nvPr>
              <p:custDataLst>
                <p:tags r:id="rId112"/>
              </p:custDataLst>
            </p:nvPr>
          </p:nvPicPr>
          <p:blipFill>
            <a:blip r:embed="rId134" cstate="print"/>
            <a:stretch>
              <a:fillRect/>
            </a:stretch>
          </p:blipFill>
          <p:spPr>
            <a:xfrm>
              <a:off x="1780889" y="8124431"/>
              <a:ext cx="468867" cy="445492"/>
            </a:xfrm>
            <a:prstGeom prst="rect">
              <a:avLst/>
            </a:prstGeom>
          </p:spPr>
        </p:pic>
        <p:pic>
          <p:nvPicPr>
            <p:cNvPr id="118" name="object 3">
              <a:extLst>
                <a:ext uri="{FF2B5EF4-FFF2-40B4-BE49-F238E27FC236}">
                  <a16:creationId xmlns:a16="http://schemas.microsoft.com/office/drawing/2014/main" id="{50EEFDEA-200D-1861-B8CD-C7C6545A5D38}"/>
                </a:ext>
              </a:extLst>
            </p:cNvPr>
            <p:cNvPicPr/>
            <p:nvPr>
              <p:custDataLst>
                <p:tags r:id="rId113"/>
              </p:custDataLst>
            </p:nvPr>
          </p:nvPicPr>
          <p:blipFill>
            <a:blip r:embed="rId135" cstate="print"/>
            <a:stretch>
              <a:fillRect/>
            </a:stretch>
          </p:blipFill>
          <p:spPr>
            <a:xfrm>
              <a:off x="5856832" y="8157989"/>
              <a:ext cx="725565" cy="420495"/>
            </a:xfrm>
            <a:prstGeom prst="rect">
              <a:avLst/>
            </a:prstGeom>
          </p:spPr>
        </p:pic>
        <p:sp>
          <p:nvSpPr>
            <p:cNvPr id="119" name="object 102">
              <a:extLst>
                <a:ext uri="{FF2B5EF4-FFF2-40B4-BE49-F238E27FC236}">
                  <a16:creationId xmlns:a16="http://schemas.microsoft.com/office/drawing/2014/main" id="{AAC481D2-ADAC-D1E0-B04E-11D4809FCAE0}"/>
                </a:ext>
              </a:extLst>
            </p:cNvPr>
            <p:cNvSpPr/>
            <p:nvPr>
              <p:custDataLst>
                <p:tags r:id="rId114"/>
              </p:custDataLst>
            </p:nvPr>
          </p:nvSpPr>
          <p:spPr>
            <a:xfrm flipV="1">
              <a:off x="2029505" y="7343577"/>
              <a:ext cx="2346993" cy="3673"/>
            </a:xfrm>
            <a:custGeom>
              <a:avLst/>
              <a:gdLst>
                <a:gd name="connsiteX0" fmla="*/ 1783714 w 1783714"/>
                <a:gd name="connsiteY0" fmla="*/ 3936 h 3936"/>
                <a:gd name="connsiteX1" fmla="*/ 1326514 w 1783714"/>
                <a:gd name="connsiteY1" fmla="*/ 0 h 3936"/>
                <a:gd name="connsiteX2" fmla="*/ 0 w 1783714"/>
                <a:gd name="connsiteY2" fmla="*/ 0 h 3936"/>
                <a:gd name="connsiteX0-1" fmla="*/ 9987 w 9987"/>
                <a:gd name="connsiteY0-2" fmla="*/ 0 h 8150"/>
                <a:gd name="connsiteX1-3" fmla="*/ 7437 w 9987"/>
                <a:gd name="connsiteY1-4" fmla="*/ 8150 h 8150"/>
                <a:gd name="connsiteX2-5" fmla="*/ 0 w 9987"/>
                <a:gd name="connsiteY2-6" fmla="*/ 8150 h 8150"/>
                <a:gd name="connsiteX0-7" fmla="*/ 9967 w 9967"/>
                <a:gd name="connsiteY0-8" fmla="*/ 1806 h 1806"/>
                <a:gd name="connsiteX1-9" fmla="*/ 7447 w 9967"/>
                <a:gd name="connsiteY1-10" fmla="*/ 0 h 1806"/>
                <a:gd name="connsiteX2-11" fmla="*/ 0 w 9967"/>
                <a:gd name="connsiteY2-12" fmla="*/ 0 h 1806"/>
                <a:gd name="connsiteX0-13" fmla="*/ 10000 w 10000"/>
                <a:gd name="connsiteY0-14" fmla="*/ 0 h 5381"/>
                <a:gd name="connsiteX1-15" fmla="*/ 7472 w 10000"/>
                <a:gd name="connsiteY1-16" fmla="*/ 5381 h 5381"/>
                <a:gd name="connsiteX2-17" fmla="*/ 0 w 10000"/>
                <a:gd name="connsiteY2-18" fmla="*/ 5381 h 5381"/>
              </a:gdLst>
              <a:ahLst/>
              <a:cxnLst>
                <a:cxn ang="0">
                  <a:pos x="connsiteX0-1" y="connsiteY0-2"/>
                </a:cxn>
                <a:cxn ang="0">
                  <a:pos x="connsiteX1-3" y="connsiteY1-4"/>
                </a:cxn>
                <a:cxn ang="0">
                  <a:pos x="connsiteX2-5" y="connsiteY2-6"/>
                </a:cxn>
              </a:cxnLst>
              <a:rect l="l" t="t" r="r" b="b"/>
              <a:pathLst>
                <a:path w="10000" h="5381">
                  <a:moveTo>
                    <a:pt x="10000" y="0"/>
                  </a:moveTo>
                  <a:lnTo>
                    <a:pt x="7472" y="5381"/>
                  </a:lnTo>
                  <a:lnTo>
                    <a:pt x="0" y="5381"/>
                  </a:lnTo>
                </a:path>
              </a:pathLst>
            </a:custGeom>
            <a:ln w="7199">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sp>
          <p:nvSpPr>
            <p:cNvPr id="120" name="object 101">
              <a:extLst>
                <a:ext uri="{FF2B5EF4-FFF2-40B4-BE49-F238E27FC236}">
                  <a16:creationId xmlns:a16="http://schemas.microsoft.com/office/drawing/2014/main" id="{7E70B3DC-C645-842E-71F6-73D65E6D58BF}"/>
                </a:ext>
              </a:extLst>
            </p:cNvPr>
            <p:cNvSpPr/>
            <p:nvPr>
              <p:custDataLst>
                <p:tags r:id="rId115"/>
              </p:custDataLst>
            </p:nvPr>
          </p:nvSpPr>
          <p:spPr>
            <a:xfrm>
              <a:off x="2029505" y="7340926"/>
              <a:ext cx="0" cy="738667"/>
            </a:xfrm>
            <a:custGeom>
              <a:avLst/>
              <a:gdLst/>
              <a:ahLst/>
              <a:cxnLst/>
              <a:rect l="l" t="t" r="r" b="b"/>
              <a:pathLst>
                <a:path h="893445">
                  <a:moveTo>
                    <a:pt x="0" y="892937"/>
                  </a:moveTo>
                  <a:lnTo>
                    <a:pt x="0" y="0"/>
                  </a:lnTo>
                  <a:lnTo>
                    <a:pt x="0" y="0"/>
                  </a:lnTo>
                </a:path>
              </a:pathLst>
            </a:custGeom>
            <a:ln w="7199">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pic>
          <p:nvPicPr>
            <p:cNvPr id="121" name="图片 120" descr="GB20正面.jpg(1)">
              <a:extLst>
                <a:ext uri="{FF2B5EF4-FFF2-40B4-BE49-F238E27FC236}">
                  <a16:creationId xmlns:a16="http://schemas.microsoft.com/office/drawing/2014/main" id="{F31B782B-42BF-8E62-5B4A-ABF1C3080B4C}"/>
                </a:ext>
              </a:extLst>
            </p:cNvPr>
            <p:cNvPicPr>
              <a:picLocks noChangeAspect="1"/>
            </p:cNvPicPr>
            <p:nvPr>
              <p:custDataLst>
                <p:tags r:id="rId116"/>
              </p:custDataLst>
            </p:nvPr>
          </p:nvPicPr>
          <p:blipFill>
            <a:blip r:embed="rId136"/>
            <a:stretch>
              <a:fillRect/>
            </a:stretch>
          </p:blipFill>
          <p:spPr>
            <a:xfrm>
              <a:off x="3818419" y="8184317"/>
              <a:ext cx="472502" cy="388529"/>
            </a:xfrm>
            <a:prstGeom prst="rect">
              <a:avLst/>
            </a:prstGeom>
            <a:effectLst>
              <a:outerShdw blurRad="76200" dir="18900000" sy="23000" kx="-1200000" algn="bl" rotWithShape="0">
                <a:prstClr val="black">
                  <a:alpha val="20000"/>
                </a:prstClr>
              </a:outerShdw>
            </a:effectLst>
          </p:spPr>
        </p:pic>
        <p:pic>
          <p:nvPicPr>
            <p:cNvPr id="122" name="图片 121">
              <a:extLst>
                <a:ext uri="{FF2B5EF4-FFF2-40B4-BE49-F238E27FC236}">
                  <a16:creationId xmlns:a16="http://schemas.microsoft.com/office/drawing/2014/main" id="{471152F4-F46D-4526-94EA-B2E82854D447}"/>
                </a:ext>
              </a:extLst>
            </p:cNvPr>
            <p:cNvPicPr>
              <a:picLocks noChangeAspect="1"/>
            </p:cNvPicPr>
            <p:nvPr>
              <p:custDataLst>
                <p:tags r:id="rId117"/>
              </p:custDataLst>
            </p:nvPr>
          </p:nvPicPr>
          <p:blipFill>
            <a:blip r:embed="rId137" cstate="print">
              <a:extLst>
                <a:ext uri="{28A0092B-C50C-407E-A947-70E740481C1C}">
                  <a14:useLocalDpi xmlns:a14="http://schemas.microsoft.com/office/drawing/2010/main" val="0"/>
                </a:ext>
              </a:extLst>
            </a:blip>
            <a:stretch>
              <a:fillRect/>
            </a:stretch>
          </p:blipFill>
          <p:spPr>
            <a:xfrm>
              <a:off x="5868661" y="9506089"/>
              <a:ext cx="328939" cy="459932"/>
            </a:xfrm>
            <a:prstGeom prst="rect">
              <a:avLst/>
            </a:prstGeom>
          </p:spPr>
        </p:pic>
        <p:sp>
          <p:nvSpPr>
            <p:cNvPr id="123" name="object 108">
              <a:extLst>
                <a:ext uri="{FF2B5EF4-FFF2-40B4-BE49-F238E27FC236}">
                  <a16:creationId xmlns:a16="http://schemas.microsoft.com/office/drawing/2014/main" id="{49E08A48-75C1-355A-405C-1E3C5AC70E67}"/>
                </a:ext>
              </a:extLst>
            </p:cNvPr>
            <p:cNvSpPr txBox="1"/>
            <p:nvPr>
              <p:custDataLst>
                <p:tags r:id="rId118"/>
              </p:custDataLst>
            </p:nvPr>
          </p:nvSpPr>
          <p:spPr>
            <a:xfrm>
              <a:off x="4624373" y="8739039"/>
              <a:ext cx="708743" cy="110455"/>
            </a:xfrm>
            <a:prstGeom prst="rect">
              <a:avLst/>
            </a:prstGeom>
          </p:spPr>
          <p:txBody>
            <a:bodyPr vert="horz" wrap="square" lIns="0" tIns="12065" rIns="0" bIns="0" rtlCol="0">
              <a:spAutoFit/>
            </a:bodyPr>
            <a:lstStyle/>
            <a:p>
              <a:pPr marL="12700" algn="ctr">
                <a:lnSpc>
                  <a:spcPct val="100000"/>
                </a:lnSpc>
                <a:spcBef>
                  <a:spcPts val="95"/>
                </a:spcBef>
              </a:pPr>
              <a:r>
                <a:rPr lang="en-US" altLang="zh-CN" sz="600" b="0" dirty="0">
                  <a:solidFill>
                    <a:schemeClr val="tx1"/>
                  </a:solidFill>
                  <a:latin typeface="思源黑体 Normal" panose="020B0400000000000000" pitchFamily="34" charset="-122"/>
                  <a:ea typeface="思源黑体 Normal" panose="020B0400000000000000" pitchFamily="34" charset="-122"/>
                  <a:cs typeface="+mn-ea"/>
                  <a:sym typeface="+mn-lt"/>
                </a:rPr>
                <a:t>BLE  Beacon</a:t>
              </a:r>
              <a:endParaRPr lang="zh-CN" altLang="en-US" sz="600" dirty="0">
                <a:solidFill>
                  <a:schemeClr val="tx1"/>
                </a:solidFill>
                <a:latin typeface="思源黑体 Normal" panose="020B0400000000000000" pitchFamily="34" charset="-122"/>
                <a:ea typeface="思源黑体 Normal" panose="020B0400000000000000" pitchFamily="34" charset="-122"/>
                <a:cs typeface="+mn-ea"/>
                <a:sym typeface="+mn-lt"/>
              </a:endParaRPr>
            </a:p>
          </p:txBody>
        </p:sp>
        <p:pic>
          <p:nvPicPr>
            <p:cNvPr id="124" name="图片 123">
              <a:extLst>
                <a:ext uri="{FF2B5EF4-FFF2-40B4-BE49-F238E27FC236}">
                  <a16:creationId xmlns:a16="http://schemas.microsoft.com/office/drawing/2014/main" id="{160AF87E-87CB-C3F3-91E6-E0500F94E8CA}"/>
                </a:ext>
              </a:extLst>
            </p:cNvPr>
            <p:cNvPicPr>
              <a:picLocks noChangeAspect="1"/>
            </p:cNvPicPr>
            <p:nvPr>
              <p:custDataLst>
                <p:tags r:id="rId119"/>
              </p:custDataLst>
            </p:nvPr>
          </p:nvPicPr>
          <p:blipFill>
            <a:blip r:embed="rId138" cstate="print">
              <a:extLst>
                <a:ext uri="{28A0092B-C50C-407E-A947-70E740481C1C}">
                  <a14:useLocalDpi xmlns:a14="http://schemas.microsoft.com/office/drawing/2010/main" val="0"/>
                </a:ext>
              </a:extLst>
            </a:blip>
            <a:stretch>
              <a:fillRect/>
            </a:stretch>
          </p:blipFill>
          <p:spPr>
            <a:xfrm>
              <a:off x="4779564" y="9552324"/>
              <a:ext cx="716162" cy="389290"/>
            </a:xfrm>
            <a:prstGeom prst="rect">
              <a:avLst/>
            </a:prstGeom>
          </p:spPr>
        </p:pic>
        <p:sp>
          <p:nvSpPr>
            <p:cNvPr id="125" name="object 100">
              <a:extLst>
                <a:ext uri="{FF2B5EF4-FFF2-40B4-BE49-F238E27FC236}">
                  <a16:creationId xmlns:a16="http://schemas.microsoft.com/office/drawing/2014/main" id="{A693DC95-7CCB-4DA1-B36A-6698E317ACDA}"/>
                </a:ext>
              </a:extLst>
            </p:cNvPr>
            <p:cNvSpPr/>
            <p:nvPr>
              <p:custDataLst>
                <p:tags r:id="rId120"/>
              </p:custDataLst>
            </p:nvPr>
          </p:nvSpPr>
          <p:spPr>
            <a:xfrm>
              <a:off x="4667831" y="6986198"/>
              <a:ext cx="45719" cy="271571"/>
            </a:xfrm>
            <a:custGeom>
              <a:avLst/>
              <a:gdLst/>
              <a:ahLst/>
              <a:cxnLst/>
              <a:rect l="l" t="t" r="r" b="b"/>
              <a:pathLst>
                <a:path h="893445">
                  <a:moveTo>
                    <a:pt x="0" y="892937"/>
                  </a:moveTo>
                  <a:lnTo>
                    <a:pt x="0" y="0"/>
                  </a:lnTo>
                  <a:lnTo>
                    <a:pt x="0" y="0"/>
                  </a:lnTo>
                </a:path>
              </a:pathLst>
            </a:custGeom>
            <a:ln w="7199">
              <a:solidFill>
                <a:srgbClr val="231F20"/>
              </a:solidFill>
            </a:ln>
          </p:spPr>
          <p:txBody>
            <a:bodyPr wrap="square" lIns="0" tIns="0" rIns="0" bIns="0" rtlCol="0"/>
            <a:lstStyle/>
            <a:p>
              <a:endParaRPr sz="1400">
                <a:solidFill>
                  <a:schemeClr val="tx1"/>
                </a:solidFill>
                <a:latin typeface="思源黑体 Normal" panose="020B0400000000000000" pitchFamily="34" charset="-122"/>
                <a:ea typeface="思源黑体 Normal" panose="020B0400000000000000" pitchFamily="34" charset="-122"/>
                <a:cs typeface="+mn-ea"/>
                <a:sym typeface="+mn-lt"/>
              </a:endParaRPr>
            </a:p>
          </p:txBody>
        </p:sp>
      </p:grpSp>
      <p:sp>
        <p:nvSpPr>
          <p:cNvPr id="131" name="文本框 130">
            <a:extLst>
              <a:ext uri="{FF2B5EF4-FFF2-40B4-BE49-F238E27FC236}">
                <a16:creationId xmlns:a16="http://schemas.microsoft.com/office/drawing/2014/main" id="{58A43393-3A80-0124-98BD-5649FF783B24}"/>
              </a:ext>
            </a:extLst>
          </p:cNvPr>
          <p:cNvSpPr txBox="1"/>
          <p:nvPr/>
        </p:nvSpPr>
        <p:spPr>
          <a:xfrm>
            <a:off x="602235" y="1280275"/>
            <a:ext cx="5418834" cy="1542072"/>
          </a:xfrm>
          <a:prstGeom prst="rect">
            <a:avLst/>
          </a:prstGeom>
          <a:noFill/>
        </p:spPr>
        <p:txBody>
          <a:bodyPr wrap="square" rtlCol="0">
            <a:noAutofit/>
          </a:bodyPr>
          <a:lstStyle>
            <a:defPPr>
              <a:defRPr lang="zh-CN"/>
            </a:defPPr>
            <a:lvl1pPr indent="0">
              <a:lnSpc>
                <a:spcPct val="150000"/>
              </a:lnSpc>
              <a:defRPr sz="1200" b="0" i="0">
                <a:solidFill>
                  <a:srgbClr val="1C1917"/>
                </a:solidFill>
                <a:effectLst/>
              </a:defRPr>
            </a:lvl1pPr>
          </a:lstStyle>
          <a:p>
            <a:r>
              <a:rPr lang="en-US" altLang="zh-CN" dirty="0"/>
              <a:t>Through the positioning engine and positioning base station</a:t>
            </a:r>
            <a:r>
              <a:rPr lang="zh-CN" altLang="en-US" dirty="0"/>
              <a:t>，</a:t>
            </a:r>
            <a:r>
              <a:rPr lang="en-US" altLang="zh-CN" dirty="0"/>
              <a:t>the high-precision positioning system provides airport managers with real-time positioning of people, vehicles and objects. Meanwhile, it can be connected to other security systems to achieve a higher level of security at airports.</a:t>
            </a:r>
          </a:p>
        </p:txBody>
      </p:sp>
      <p:pic>
        <p:nvPicPr>
          <p:cNvPr id="133" name="图片 132">
            <a:extLst>
              <a:ext uri="{FF2B5EF4-FFF2-40B4-BE49-F238E27FC236}">
                <a16:creationId xmlns:a16="http://schemas.microsoft.com/office/drawing/2014/main" id="{2DB91E62-65EB-EA4A-DBFE-58A1A4AEC776}"/>
              </a:ext>
            </a:extLst>
          </p:cNvPr>
          <p:cNvPicPr>
            <a:picLocks noChangeAspect="1"/>
          </p:cNvPicPr>
          <p:nvPr/>
        </p:nvPicPr>
        <p:blipFill>
          <a:blip r:embed="rId139" cstate="print">
            <a:extLst>
              <a:ext uri="{28A0092B-C50C-407E-A947-70E740481C1C}">
                <a14:useLocalDpi xmlns:a14="http://schemas.microsoft.com/office/drawing/2010/main" val="0"/>
              </a:ext>
            </a:extLst>
          </a:blip>
          <a:stretch>
            <a:fillRect/>
          </a:stretch>
        </p:blipFill>
        <p:spPr>
          <a:xfrm>
            <a:off x="394519" y="3247102"/>
            <a:ext cx="5267593" cy="2323671"/>
          </a:xfrm>
          <a:prstGeom prst="rect">
            <a:avLst/>
          </a:prstGeom>
        </p:spPr>
      </p:pic>
    </p:spTree>
    <p:custDataLst>
      <p:tags r:id="rId1"/>
    </p:custDataLst>
    <p:extLst>
      <p:ext uri="{BB962C8B-B14F-4D97-AF65-F5344CB8AC3E}">
        <p14:creationId xmlns:p14="http://schemas.microsoft.com/office/powerpoint/2010/main" val="23878454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rcRect t="36094" r="23117" b="6817"/>
          <a:stretch>
            <a:fillRect/>
          </a:stretch>
        </p:blipFill>
        <p:spPr>
          <a:xfrm rot="1879181" flipH="1">
            <a:off x="-341037" y="-721504"/>
            <a:ext cx="1907370" cy="3098651"/>
          </a:xfrm>
          <a:custGeom>
            <a:avLst/>
            <a:gdLst>
              <a:gd name="connsiteX0" fmla="*/ 1907370 w 1907370"/>
              <a:gd name="connsiteY0" fmla="*/ 1160597 h 3098651"/>
              <a:gd name="connsiteX1" fmla="*/ 0 w 1907370"/>
              <a:gd name="connsiteY1" fmla="*/ 0 h 3098651"/>
              <a:gd name="connsiteX2" fmla="*/ 0 w 1907370"/>
              <a:gd name="connsiteY2" fmla="*/ 2655614 h 3098651"/>
              <a:gd name="connsiteX3" fmla="*/ 728103 w 1907370"/>
              <a:gd name="connsiteY3" fmla="*/ 3098651 h 3098651"/>
            </a:gdLst>
            <a:ahLst/>
            <a:cxnLst>
              <a:cxn ang="0">
                <a:pos x="connsiteX0" y="connsiteY0"/>
              </a:cxn>
              <a:cxn ang="0">
                <a:pos x="connsiteX1" y="connsiteY1"/>
              </a:cxn>
              <a:cxn ang="0">
                <a:pos x="connsiteX2" y="connsiteY2"/>
              </a:cxn>
              <a:cxn ang="0">
                <a:pos x="connsiteX3" y="connsiteY3"/>
              </a:cxn>
            </a:cxnLst>
            <a:rect l="l" t="t" r="r" b="b"/>
            <a:pathLst>
              <a:path w="1907370" h="3098651">
                <a:moveTo>
                  <a:pt x="1907370" y="1160597"/>
                </a:moveTo>
                <a:lnTo>
                  <a:pt x="0" y="0"/>
                </a:lnTo>
                <a:lnTo>
                  <a:pt x="0" y="2655614"/>
                </a:lnTo>
                <a:lnTo>
                  <a:pt x="728103" y="3098651"/>
                </a:lnTo>
                <a:close/>
              </a:path>
            </a:pathLst>
          </a:custGeom>
        </p:spPr>
      </p:pic>
      <p:sp>
        <p:nvSpPr>
          <p:cNvPr id="3" name="文本框 2"/>
          <p:cNvSpPr txBox="1"/>
          <p:nvPr/>
        </p:nvSpPr>
        <p:spPr>
          <a:xfrm>
            <a:off x="650320" y="429497"/>
            <a:ext cx="8428844" cy="523220"/>
          </a:xfrm>
          <a:prstGeom prst="rect">
            <a:avLst/>
          </a:prstGeom>
          <a:noFill/>
        </p:spPr>
        <p:txBody>
          <a:bodyPr wrap="square" rtlCol="0">
            <a:spAutoFit/>
            <a:scene3d>
              <a:camera prst="orthographicFront"/>
              <a:lightRig rig="threePt" dir="t"/>
            </a:scene3d>
            <a:sp3d contourW="12700"/>
          </a:bodyPr>
          <a:lstStyle>
            <a:defPPr>
              <a:defRPr lang="en-US"/>
            </a:defPPr>
            <a:lvl1pPr algn="ctr">
              <a:defRPr sz="2800" b="1">
                <a:solidFill>
                  <a:schemeClr val="tx1">
                    <a:lumMod val="75000"/>
                    <a:lumOff val="25000"/>
                  </a:schemeClr>
                </a:solidFill>
                <a:latin typeface="Century Gothic" panose="020B0502020202020204" pitchFamily="34" charset="0"/>
              </a:defRPr>
            </a:lvl1pPr>
          </a:lstStyle>
          <a:p>
            <a:pPr algn="l"/>
            <a:r>
              <a:rPr lang="en-US" altLang="zh-CN" b="0" dirty="0">
                <a:latin typeface="+mn-lt"/>
                <a:cs typeface="+mn-ea"/>
                <a:sym typeface="+mn-lt"/>
              </a:rPr>
              <a:t>Use Case - </a:t>
            </a:r>
            <a:r>
              <a:rPr lang="en-US" altLang="zh-CN" sz="2000" b="0" dirty="0">
                <a:latin typeface="+mn-lt"/>
                <a:cs typeface="+mn-ea"/>
                <a:sym typeface="+mn-lt"/>
              </a:rPr>
              <a:t>Passenger Flow Analysis</a:t>
            </a:r>
            <a:endParaRPr lang="zh-CN" altLang="en-US" b="0" dirty="0">
              <a:latin typeface="+mn-lt"/>
              <a:cs typeface="+mn-ea"/>
              <a:sym typeface="+mn-lt"/>
            </a:endParaRPr>
          </a:p>
        </p:txBody>
      </p:sp>
      <p:pic>
        <p:nvPicPr>
          <p:cNvPr id="1191" name="图片 1190"/>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10965126" y="-159050"/>
            <a:ext cx="1315701" cy="1315701"/>
          </a:xfrm>
          <a:prstGeom prst="rect">
            <a:avLst/>
          </a:prstGeom>
        </p:spPr>
      </p:pic>
      <p:sp>
        <p:nvSpPr>
          <p:cNvPr id="7" name="文本框 6">
            <a:extLst>
              <a:ext uri="{FF2B5EF4-FFF2-40B4-BE49-F238E27FC236}">
                <a16:creationId xmlns:a16="http://schemas.microsoft.com/office/drawing/2014/main" id="{6085E25A-94D5-5B54-8DDB-5DB18838F005}"/>
              </a:ext>
            </a:extLst>
          </p:cNvPr>
          <p:cNvSpPr txBox="1"/>
          <p:nvPr/>
        </p:nvSpPr>
        <p:spPr>
          <a:xfrm>
            <a:off x="966355" y="1156651"/>
            <a:ext cx="10619509" cy="883204"/>
          </a:xfrm>
          <a:prstGeom prst="rect">
            <a:avLst/>
          </a:prstGeom>
          <a:noFill/>
        </p:spPr>
        <p:txBody>
          <a:bodyPr wrap="square" rtlCol="0">
            <a:noAutofit/>
          </a:bodyPr>
          <a:lstStyle>
            <a:defPPr>
              <a:defRPr lang="zh-CN"/>
            </a:defPPr>
            <a:lvl1pPr indent="0">
              <a:lnSpc>
                <a:spcPct val="150000"/>
              </a:lnSpc>
              <a:defRPr sz="1200" b="0" i="0">
                <a:solidFill>
                  <a:srgbClr val="1C1917"/>
                </a:solidFill>
                <a:effectLst/>
              </a:defRPr>
            </a:lvl1pPr>
          </a:lstStyle>
          <a:p>
            <a:r>
              <a:rPr lang="en-US" altLang="zh-CN" dirty="0"/>
              <a:t>Through the heat map based on high-precision location data analysis, the system visually displays the activity area and personnel density of </a:t>
            </a:r>
            <a:r>
              <a:rPr lang="en-US" altLang="zh-CN" dirty="0" err="1"/>
              <a:t>travellers</a:t>
            </a:r>
            <a:r>
              <a:rPr lang="en-US" altLang="zh-CN" dirty="0"/>
              <a:t>, and analyses the </a:t>
            </a:r>
            <a:r>
              <a:rPr lang="en-US" altLang="zh-CN" dirty="0" err="1"/>
              <a:t>travellers'</a:t>
            </a:r>
            <a:r>
              <a:rPr lang="en-US" altLang="zh-CN" dirty="0"/>
              <a:t> patterns by combining the heat maps of different time periods, so as to prevent security risks in key areas.</a:t>
            </a:r>
          </a:p>
        </p:txBody>
      </p:sp>
      <p:pic>
        <p:nvPicPr>
          <p:cNvPr id="5" name="图片 4">
            <a:extLst>
              <a:ext uri="{FF2B5EF4-FFF2-40B4-BE49-F238E27FC236}">
                <a16:creationId xmlns:a16="http://schemas.microsoft.com/office/drawing/2014/main" id="{225A7F5E-E768-9046-26A6-62B63E657523}"/>
              </a:ext>
            </a:extLst>
          </p:cNvPr>
          <p:cNvPicPr>
            <a:picLocks noChangeAspect="1"/>
          </p:cNvPicPr>
          <p:nvPr/>
        </p:nvPicPr>
        <p:blipFill>
          <a:blip r:embed="rId6"/>
          <a:stretch>
            <a:fillRect/>
          </a:stretch>
        </p:blipFill>
        <p:spPr>
          <a:xfrm>
            <a:off x="1997364" y="2039855"/>
            <a:ext cx="7772400" cy="4370202"/>
          </a:xfrm>
          <a:prstGeom prst="rect">
            <a:avLst/>
          </a:prstGeom>
        </p:spPr>
      </p:pic>
    </p:spTree>
    <p:extLst>
      <p:ext uri="{BB962C8B-B14F-4D97-AF65-F5344CB8AC3E}">
        <p14:creationId xmlns:p14="http://schemas.microsoft.com/office/powerpoint/2010/main" val="1737895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rcRect t="36094" r="23117" b="6817"/>
          <a:stretch>
            <a:fillRect/>
          </a:stretch>
        </p:blipFill>
        <p:spPr>
          <a:xfrm rot="1879181" flipH="1">
            <a:off x="-341037" y="-721504"/>
            <a:ext cx="1907370" cy="3098651"/>
          </a:xfrm>
          <a:custGeom>
            <a:avLst/>
            <a:gdLst>
              <a:gd name="connsiteX0" fmla="*/ 1907370 w 1907370"/>
              <a:gd name="connsiteY0" fmla="*/ 1160597 h 3098651"/>
              <a:gd name="connsiteX1" fmla="*/ 0 w 1907370"/>
              <a:gd name="connsiteY1" fmla="*/ 0 h 3098651"/>
              <a:gd name="connsiteX2" fmla="*/ 0 w 1907370"/>
              <a:gd name="connsiteY2" fmla="*/ 2655614 h 3098651"/>
              <a:gd name="connsiteX3" fmla="*/ 728103 w 1907370"/>
              <a:gd name="connsiteY3" fmla="*/ 3098651 h 3098651"/>
            </a:gdLst>
            <a:ahLst/>
            <a:cxnLst>
              <a:cxn ang="0">
                <a:pos x="connsiteX0" y="connsiteY0"/>
              </a:cxn>
              <a:cxn ang="0">
                <a:pos x="connsiteX1" y="connsiteY1"/>
              </a:cxn>
              <a:cxn ang="0">
                <a:pos x="connsiteX2" y="connsiteY2"/>
              </a:cxn>
              <a:cxn ang="0">
                <a:pos x="connsiteX3" y="connsiteY3"/>
              </a:cxn>
            </a:cxnLst>
            <a:rect l="l" t="t" r="r" b="b"/>
            <a:pathLst>
              <a:path w="1907370" h="3098651">
                <a:moveTo>
                  <a:pt x="1907370" y="1160597"/>
                </a:moveTo>
                <a:lnTo>
                  <a:pt x="0" y="0"/>
                </a:lnTo>
                <a:lnTo>
                  <a:pt x="0" y="2655614"/>
                </a:lnTo>
                <a:lnTo>
                  <a:pt x="728103" y="3098651"/>
                </a:lnTo>
                <a:close/>
              </a:path>
            </a:pathLst>
          </a:custGeom>
        </p:spPr>
      </p:pic>
      <p:sp>
        <p:nvSpPr>
          <p:cNvPr id="3" name="文本框 2"/>
          <p:cNvSpPr txBox="1"/>
          <p:nvPr/>
        </p:nvSpPr>
        <p:spPr>
          <a:xfrm>
            <a:off x="650320" y="429497"/>
            <a:ext cx="6407705" cy="954107"/>
          </a:xfrm>
          <a:prstGeom prst="rect">
            <a:avLst/>
          </a:prstGeom>
          <a:noFill/>
        </p:spPr>
        <p:txBody>
          <a:bodyPr wrap="square" rtlCol="0">
            <a:spAutoFit/>
            <a:scene3d>
              <a:camera prst="orthographicFront"/>
              <a:lightRig rig="threePt" dir="t"/>
            </a:scene3d>
            <a:sp3d contourW="12700"/>
          </a:bodyPr>
          <a:lstStyle>
            <a:defPPr>
              <a:defRPr lang="en-US"/>
            </a:defPPr>
            <a:lvl1pPr algn="ctr">
              <a:defRPr sz="2800" b="1">
                <a:solidFill>
                  <a:schemeClr val="tx1">
                    <a:lumMod val="75000"/>
                    <a:lumOff val="25000"/>
                  </a:schemeClr>
                </a:solidFill>
                <a:latin typeface="Century Gothic" panose="020B0502020202020204" pitchFamily="34" charset="0"/>
              </a:defRPr>
            </a:lvl1pPr>
          </a:lstStyle>
          <a:p>
            <a:pPr algn="l"/>
            <a:r>
              <a:rPr lang="en-US" altLang="zh-CN" b="0" dirty="0">
                <a:latin typeface="+mn-lt"/>
                <a:cs typeface="+mn-ea"/>
                <a:sym typeface="+mn-lt"/>
              </a:rPr>
              <a:t>Use Case - </a:t>
            </a:r>
            <a:r>
              <a:rPr lang="en-US" altLang="zh-CN" sz="2000" dirty="0">
                <a:latin typeface="+mn-lt"/>
              </a:rPr>
              <a:t>Heat Map Analysis</a:t>
            </a:r>
            <a:endParaRPr lang="zh-CN" altLang="en-US" sz="2000" dirty="0">
              <a:latin typeface="+mn-lt"/>
            </a:endParaRPr>
          </a:p>
          <a:p>
            <a:pPr algn="l"/>
            <a:endParaRPr lang="zh-CN" altLang="en-US" b="0" dirty="0">
              <a:latin typeface="+mn-lt"/>
              <a:cs typeface="+mn-ea"/>
              <a:sym typeface="+mn-lt"/>
            </a:endParaRPr>
          </a:p>
        </p:txBody>
      </p:sp>
      <p:pic>
        <p:nvPicPr>
          <p:cNvPr id="1191" name="图片 1190"/>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0965126" y="-159050"/>
            <a:ext cx="1315701" cy="1315701"/>
          </a:xfrm>
          <a:prstGeom prst="rect">
            <a:avLst/>
          </a:prstGeom>
        </p:spPr>
      </p:pic>
      <p:sp>
        <p:nvSpPr>
          <p:cNvPr id="7" name="文本框 6">
            <a:extLst>
              <a:ext uri="{FF2B5EF4-FFF2-40B4-BE49-F238E27FC236}">
                <a16:creationId xmlns:a16="http://schemas.microsoft.com/office/drawing/2014/main" id="{6085E25A-94D5-5B54-8DDB-5DB18838F005}"/>
              </a:ext>
            </a:extLst>
          </p:cNvPr>
          <p:cNvSpPr txBox="1"/>
          <p:nvPr/>
        </p:nvSpPr>
        <p:spPr>
          <a:xfrm>
            <a:off x="1025822" y="1251822"/>
            <a:ext cx="9851727" cy="605553"/>
          </a:xfrm>
          <a:prstGeom prst="rect">
            <a:avLst/>
          </a:prstGeom>
          <a:noFill/>
        </p:spPr>
        <p:txBody>
          <a:bodyPr wrap="square" rtlCol="0">
            <a:noAutofit/>
          </a:bodyPr>
          <a:lstStyle>
            <a:defPPr>
              <a:defRPr lang="zh-CN"/>
            </a:defPPr>
            <a:lvl1pPr indent="0">
              <a:lnSpc>
                <a:spcPct val="150000"/>
              </a:lnSpc>
              <a:defRPr sz="1200" b="0" i="0">
                <a:solidFill>
                  <a:srgbClr val="1C1917"/>
                </a:solidFill>
                <a:effectLst/>
              </a:defRPr>
            </a:lvl1pPr>
          </a:lstStyle>
          <a:p>
            <a:r>
              <a:rPr lang="en-US" altLang="zh-CN" dirty="0"/>
              <a:t>Heat maps analyzed by high-precision location data visualize the activity areas and personnel density of travelers, and analyze traveler patterns in combination with heat maps at different times of the day to prevent security risks in key areas.</a:t>
            </a:r>
          </a:p>
        </p:txBody>
      </p:sp>
      <p:grpSp>
        <p:nvGrpSpPr>
          <p:cNvPr id="4" name="组合 3">
            <a:extLst>
              <a:ext uri="{FF2B5EF4-FFF2-40B4-BE49-F238E27FC236}">
                <a16:creationId xmlns:a16="http://schemas.microsoft.com/office/drawing/2014/main" id="{7698197E-4863-3038-E3B7-D062DF004773}"/>
              </a:ext>
            </a:extLst>
          </p:cNvPr>
          <p:cNvGrpSpPr/>
          <p:nvPr/>
        </p:nvGrpSpPr>
        <p:grpSpPr>
          <a:xfrm>
            <a:off x="1018398" y="2205929"/>
            <a:ext cx="9939304" cy="4222574"/>
            <a:chOff x="1419747" y="2515319"/>
            <a:chExt cx="9136605" cy="3597275"/>
          </a:xfrm>
        </p:grpSpPr>
        <p:pic>
          <p:nvPicPr>
            <p:cNvPr id="6" name="图片 5">
              <a:extLst>
                <a:ext uri="{FF2B5EF4-FFF2-40B4-BE49-F238E27FC236}">
                  <a16:creationId xmlns:a16="http://schemas.microsoft.com/office/drawing/2014/main" id="{8B55EF55-5C2F-CF11-541F-2958B8E8683D}"/>
                </a:ext>
              </a:extLst>
            </p:cNvPr>
            <p:cNvPicPr>
              <a:picLocks noChangeAspect="1"/>
            </p:cNvPicPr>
            <p:nvPr/>
          </p:nvPicPr>
          <p:blipFill rotWithShape="1">
            <a:blip r:embed="rId5">
              <a:extLst>
                <a:ext uri="{28A0092B-C50C-407E-A947-70E740481C1C}">
                  <a14:useLocalDpi xmlns:a14="http://schemas.microsoft.com/office/drawing/2010/main" val="0"/>
                </a:ext>
              </a:extLst>
            </a:blip>
            <a:srcRect t="11089" b="11089"/>
            <a:stretch/>
          </p:blipFill>
          <p:spPr>
            <a:xfrm>
              <a:off x="1419747" y="2515319"/>
              <a:ext cx="9136605" cy="3597275"/>
            </a:xfrm>
            <a:prstGeom prst="rect">
              <a:avLst/>
            </a:prstGeom>
          </p:spPr>
        </p:pic>
        <p:pic>
          <p:nvPicPr>
            <p:cNvPr id="8" name="图片 7">
              <a:extLst>
                <a:ext uri="{FF2B5EF4-FFF2-40B4-BE49-F238E27FC236}">
                  <a16:creationId xmlns:a16="http://schemas.microsoft.com/office/drawing/2014/main" id="{15ECC893-F2DF-1AA9-C583-AC4132647AFE}"/>
                </a:ext>
              </a:extLst>
            </p:cNvPr>
            <p:cNvPicPr>
              <a:picLocks noChangeAspect="1"/>
            </p:cNvPicPr>
            <p:nvPr/>
          </p:nvPicPr>
          <p:blipFill>
            <a:blip r:embed="rId6"/>
            <a:stretch>
              <a:fillRect/>
            </a:stretch>
          </p:blipFill>
          <p:spPr>
            <a:xfrm>
              <a:off x="4013612" y="3429000"/>
              <a:ext cx="3752850" cy="2647038"/>
            </a:xfrm>
            <a:prstGeom prst="rect">
              <a:avLst/>
            </a:prstGeom>
          </p:spPr>
        </p:pic>
      </p:grpSp>
    </p:spTree>
    <p:extLst>
      <p:ext uri="{BB962C8B-B14F-4D97-AF65-F5344CB8AC3E}">
        <p14:creationId xmlns:p14="http://schemas.microsoft.com/office/powerpoint/2010/main" val="8527357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rcRect t="36094" r="23117" b="6817"/>
          <a:stretch>
            <a:fillRect/>
          </a:stretch>
        </p:blipFill>
        <p:spPr>
          <a:xfrm rot="1879181" flipH="1">
            <a:off x="-341037" y="-721504"/>
            <a:ext cx="1907370" cy="3098651"/>
          </a:xfrm>
          <a:custGeom>
            <a:avLst/>
            <a:gdLst>
              <a:gd name="connsiteX0" fmla="*/ 1907370 w 1907370"/>
              <a:gd name="connsiteY0" fmla="*/ 1160597 h 3098651"/>
              <a:gd name="connsiteX1" fmla="*/ 0 w 1907370"/>
              <a:gd name="connsiteY1" fmla="*/ 0 h 3098651"/>
              <a:gd name="connsiteX2" fmla="*/ 0 w 1907370"/>
              <a:gd name="connsiteY2" fmla="*/ 2655614 h 3098651"/>
              <a:gd name="connsiteX3" fmla="*/ 728103 w 1907370"/>
              <a:gd name="connsiteY3" fmla="*/ 3098651 h 3098651"/>
            </a:gdLst>
            <a:ahLst/>
            <a:cxnLst>
              <a:cxn ang="0">
                <a:pos x="connsiteX0" y="connsiteY0"/>
              </a:cxn>
              <a:cxn ang="0">
                <a:pos x="connsiteX1" y="connsiteY1"/>
              </a:cxn>
              <a:cxn ang="0">
                <a:pos x="connsiteX2" y="connsiteY2"/>
              </a:cxn>
              <a:cxn ang="0">
                <a:pos x="connsiteX3" y="connsiteY3"/>
              </a:cxn>
            </a:cxnLst>
            <a:rect l="l" t="t" r="r" b="b"/>
            <a:pathLst>
              <a:path w="1907370" h="3098651">
                <a:moveTo>
                  <a:pt x="1907370" y="1160597"/>
                </a:moveTo>
                <a:lnTo>
                  <a:pt x="0" y="0"/>
                </a:lnTo>
                <a:lnTo>
                  <a:pt x="0" y="2655614"/>
                </a:lnTo>
                <a:lnTo>
                  <a:pt x="728103" y="3098651"/>
                </a:lnTo>
                <a:close/>
              </a:path>
            </a:pathLst>
          </a:custGeom>
        </p:spPr>
      </p:pic>
      <p:sp>
        <p:nvSpPr>
          <p:cNvPr id="3" name="文本框 2"/>
          <p:cNvSpPr txBox="1"/>
          <p:nvPr/>
        </p:nvSpPr>
        <p:spPr>
          <a:xfrm>
            <a:off x="650320" y="429497"/>
            <a:ext cx="6283880" cy="523220"/>
          </a:xfrm>
          <a:prstGeom prst="rect">
            <a:avLst/>
          </a:prstGeom>
          <a:noFill/>
        </p:spPr>
        <p:txBody>
          <a:bodyPr wrap="square" rtlCol="0">
            <a:spAutoFit/>
            <a:scene3d>
              <a:camera prst="orthographicFront"/>
              <a:lightRig rig="threePt" dir="t"/>
            </a:scene3d>
            <a:sp3d contourW="12700"/>
          </a:bodyPr>
          <a:lstStyle>
            <a:defPPr>
              <a:defRPr lang="en-US"/>
            </a:defPPr>
            <a:lvl1pPr algn="ctr">
              <a:defRPr sz="2800" b="1">
                <a:solidFill>
                  <a:schemeClr val="tx1">
                    <a:lumMod val="75000"/>
                    <a:lumOff val="25000"/>
                  </a:schemeClr>
                </a:solidFill>
                <a:latin typeface="Century Gothic" panose="020B0502020202020204" pitchFamily="34" charset="0"/>
              </a:defRPr>
            </a:lvl1pPr>
          </a:lstStyle>
          <a:p>
            <a:pPr algn="l"/>
            <a:r>
              <a:rPr lang="en-US" altLang="zh-CN" b="0" dirty="0">
                <a:latin typeface="+mn-lt"/>
                <a:cs typeface="+mn-ea"/>
                <a:sym typeface="+mn-lt"/>
              </a:rPr>
              <a:t>Use Case - </a:t>
            </a:r>
            <a:r>
              <a:rPr lang="en-US" altLang="zh-CN" sz="2000" b="0" dirty="0">
                <a:latin typeface="+mn-lt"/>
                <a:cs typeface="+mn-ea"/>
                <a:sym typeface="+mn-lt"/>
              </a:rPr>
              <a:t>Gate Analysis</a:t>
            </a:r>
            <a:endParaRPr lang="zh-CN" altLang="en-US" b="0" dirty="0">
              <a:latin typeface="+mn-lt"/>
              <a:cs typeface="+mn-ea"/>
              <a:sym typeface="+mn-lt"/>
            </a:endParaRPr>
          </a:p>
        </p:txBody>
      </p:sp>
      <p:pic>
        <p:nvPicPr>
          <p:cNvPr id="1191" name="图片 1190"/>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0965126" y="-159050"/>
            <a:ext cx="1315701" cy="1315701"/>
          </a:xfrm>
          <a:prstGeom prst="rect">
            <a:avLst/>
          </a:prstGeom>
        </p:spPr>
      </p:pic>
      <p:sp>
        <p:nvSpPr>
          <p:cNvPr id="7" name="文本框 6">
            <a:extLst>
              <a:ext uri="{FF2B5EF4-FFF2-40B4-BE49-F238E27FC236}">
                <a16:creationId xmlns:a16="http://schemas.microsoft.com/office/drawing/2014/main" id="{6085E25A-94D5-5B54-8DDB-5DB18838F005}"/>
              </a:ext>
            </a:extLst>
          </p:cNvPr>
          <p:cNvSpPr txBox="1"/>
          <p:nvPr/>
        </p:nvSpPr>
        <p:spPr>
          <a:xfrm>
            <a:off x="992835" y="1303147"/>
            <a:ext cx="10333256" cy="839473"/>
          </a:xfrm>
          <a:prstGeom prst="rect">
            <a:avLst/>
          </a:prstGeom>
          <a:noFill/>
        </p:spPr>
        <p:txBody>
          <a:bodyPr wrap="square" rtlCol="0">
            <a:noAutofit/>
          </a:bodyPr>
          <a:lstStyle>
            <a:defPPr>
              <a:defRPr lang="zh-CN"/>
            </a:defPPr>
            <a:lvl1pPr indent="0">
              <a:lnSpc>
                <a:spcPct val="150000"/>
              </a:lnSpc>
              <a:defRPr sz="1200" b="0" i="0">
                <a:solidFill>
                  <a:srgbClr val="1C1917"/>
                </a:solidFill>
                <a:effectLst/>
              </a:defRPr>
            </a:lvl1pPr>
          </a:lstStyle>
          <a:p>
            <a:r>
              <a:rPr lang="en-US" altLang="zh-CN" dirty="0"/>
              <a:t>By monitoring the status and </a:t>
            </a:r>
            <a:r>
              <a:rPr lang="en-US" altLang="zh-CN" dirty="0" err="1"/>
              <a:t>behaviour</a:t>
            </a:r>
            <a:r>
              <a:rPr lang="en-US" altLang="zh-CN" dirty="0"/>
              <a:t> of passengers at the gate in real time, the system can </a:t>
            </a:r>
            <a:r>
              <a:rPr lang="en-US" altLang="zh-CN" dirty="0" err="1"/>
              <a:t>analyse</a:t>
            </a:r>
            <a:r>
              <a:rPr lang="en-US" altLang="zh-CN" dirty="0"/>
              <a:t> the accumulation of people at the gate, thus avoiding the creation of safety hazards and </a:t>
            </a:r>
            <a:r>
              <a:rPr lang="en-US" altLang="zh-CN" dirty="0" err="1"/>
              <a:t>optimising</a:t>
            </a:r>
            <a:r>
              <a:rPr lang="en-US" altLang="zh-CN" dirty="0"/>
              <a:t> the arrangement and efficiency of gate usage.</a:t>
            </a:r>
          </a:p>
        </p:txBody>
      </p:sp>
      <p:pic>
        <p:nvPicPr>
          <p:cNvPr id="6" name="图片 5" descr="图示&#10;&#10;低可信度描述已自动生成">
            <a:extLst>
              <a:ext uri="{FF2B5EF4-FFF2-40B4-BE49-F238E27FC236}">
                <a16:creationId xmlns:a16="http://schemas.microsoft.com/office/drawing/2014/main" id="{DDF7F1A6-EB8F-412B-797F-9D73F36059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42570" y="1992815"/>
            <a:ext cx="7772400" cy="3873458"/>
          </a:xfrm>
          <a:prstGeom prst="rect">
            <a:avLst/>
          </a:prstGeom>
        </p:spPr>
      </p:pic>
    </p:spTree>
    <p:extLst>
      <p:ext uri="{BB962C8B-B14F-4D97-AF65-F5344CB8AC3E}">
        <p14:creationId xmlns:p14="http://schemas.microsoft.com/office/powerpoint/2010/main" val="3161279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rcRect t="36094" r="23117" b="6817"/>
          <a:stretch>
            <a:fillRect/>
          </a:stretch>
        </p:blipFill>
        <p:spPr>
          <a:xfrm rot="1879181" flipH="1">
            <a:off x="-341037" y="-721504"/>
            <a:ext cx="1907370" cy="3098651"/>
          </a:xfrm>
          <a:custGeom>
            <a:avLst/>
            <a:gdLst>
              <a:gd name="connsiteX0" fmla="*/ 1907370 w 1907370"/>
              <a:gd name="connsiteY0" fmla="*/ 1160597 h 3098651"/>
              <a:gd name="connsiteX1" fmla="*/ 0 w 1907370"/>
              <a:gd name="connsiteY1" fmla="*/ 0 h 3098651"/>
              <a:gd name="connsiteX2" fmla="*/ 0 w 1907370"/>
              <a:gd name="connsiteY2" fmla="*/ 2655614 h 3098651"/>
              <a:gd name="connsiteX3" fmla="*/ 728103 w 1907370"/>
              <a:gd name="connsiteY3" fmla="*/ 3098651 h 3098651"/>
            </a:gdLst>
            <a:ahLst/>
            <a:cxnLst>
              <a:cxn ang="0">
                <a:pos x="connsiteX0" y="connsiteY0"/>
              </a:cxn>
              <a:cxn ang="0">
                <a:pos x="connsiteX1" y="connsiteY1"/>
              </a:cxn>
              <a:cxn ang="0">
                <a:pos x="connsiteX2" y="connsiteY2"/>
              </a:cxn>
              <a:cxn ang="0">
                <a:pos x="connsiteX3" y="connsiteY3"/>
              </a:cxn>
            </a:cxnLst>
            <a:rect l="l" t="t" r="r" b="b"/>
            <a:pathLst>
              <a:path w="1907370" h="3098651">
                <a:moveTo>
                  <a:pt x="1907370" y="1160597"/>
                </a:moveTo>
                <a:lnTo>
                  <a:pt x="0" y="0"/>
                </a:lnTo>
                <a:lnTo>
                  <a:pt x="0" y="2655614"/>
                </a:lnTo>
                <a:lnTo>
                  <a:pt x="728103" y="3098651"/>
                </a:lnTo>
                <a:close/>
              </a:path>
            </a:pathLst>
          </a:custGeom>
        </p:spPr>
      </p:pic>
      <p:sp>
        <p:nvSpPr>
          <p:cNvPr id="3" name="文本框 2"/>
          <p:cNvSpPr txBox="1"/>
          <p:nvPr/>
        </p:nvSpPr>
        <p:spPr>
          <a:xfrm>
            <a:off x="650320" y="429497"/>
            <a:ext cx="7722155" cy="523220"/>
          </a:xfrm>
          <a:prstGeom prst="rect">
            <a:avLst/>
          </a:prstGeom>
          <a:noFill/>
        </p:spPr>
        <p:txBody>
          <a:bodyPr wrap="square" rtlCol="0">
            <a:spAutoFit/>
            <a:scene3d>
              <a:camera prst="orthographicFront"/>
              <a:lightRig rig="threePt" dir="t"/>
            </a:scene3d>
            <a:sp3d contourW="12700"/>
          </a:bodyPr>
          <a:lstStyle>
            <a:defPPr>
              <a:defRPr lang="en-US"/>
            </a:defPPr>
            <a:lvl1pPr algn="ctr">
              <a:defRPr sz="2800" b="1">
                <a:solidFill>
                  <a:schemeClr val="tx1">
                    <a:lumMod val="75000"/>
                    <a:lumOff val="25000"/>
                  </a:schemeClr>
                </a:solidFill>
                <a:latin typeface="Century Gothic" panose="020B0502020202020204" pitchFamily="34" charset="0"/>
              </a:defRPr>
            </a:lvl1pPr>
          </a:lstStyle>
          <a:p>
            <a:pPr algn="l"/>
            <a:r>
              <a:rPr lang="en-US" altLang="zh-CN" b="0" dirty="0">
                <a:latin typeface="+mn-lt"/>
                <a:cs typeface="+mn-ea"/>
                <a:sym typeface="+mn-lt"/>
              </a:rPr>
              <a:t>Use Case - </a:t>
            </a:r>
            <a:r>
              <a:rPr lang="en-US" altLang="zh-CN" sz="2000" b="0" dirty="0">
                <a:latin typeface="+mn-lt"/>
                <a:cs typeface="+mn-ea"/>
                <a:sym typeface="+mn-lt"/>
              </a:rPr>
              <a:t>Security Queue Monitoring</a:t>
            </a:r>
            <a:endParaRPr lang="zh-CN" altLang="en-US" b="0" dirty="0">
              <a:latin typeface="+mn-lt"/>
              <a:cs typeface="+mn-ea"/>
              <a:sym typeface="+mn-lt"/>
            </a:endParaRPr>
          </a:p>
        </p:txBody>
      </p:sp>
      <p:pic>
        <p:nvPicPr>
          <p:cNvPr id="1191" name="图片 1190"/>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0965126" y="-159050"/>
            <a:ext cx="1315701" cy="1315701"/>
          </a:xfrm>
          <a:prstGeom prst="rect">
            <a:avLst/>
          </a:prstGeom>
        </p:spPr>
      </p:pic>
      <p:sp>
        <p:nvSpPr>
          <p:cNvPr id="7" name="文本框 6">
            <a:extLst>
              <a:ext uri="{FF2B5EF4-FFF2-40B4-BE49-F238E27FC236}">
                <a16:creationId xmlns:a16="http://schemas.microsoft.com/office/drawing/2014/main" id="{6085E25A-94D5-5B54-8DDB-5DB18838F005}"/>
              </a:ext>
            </a:extLst>
          </p:cNvPr>
          <p:cNvSpPr txBox="1"/>
          <p:nvPr/>
        </p:nvSpPr>
        <p:spPr>
          <a:xfrm>
            <a:off x="955965" y="1207416"/>
            <a:ext cx="10515600" cy="1370207"/>
          </a:xfrm>
          <a:prstGeom prst="rect">
            <a:avLst/>
          </a:prstGeom>
          <a:noFill/>
        </p:spPr>
        <p:txBody>
          <a:bodyPr wrap="square" rtlCol="0">
            <a:noAutofit/>
          </a:bodyPr>
          <a:lstStyle>
            <a:defPPr>
              <a:defRPr lang="zh-CN"/>
            </a:defPPr>
            <a:lvl1pPr indent="252095">
              <a:lnSpc>
                <a:spcPct val="150000"/>
              </a:lnSpc>
              <a:defRPr sz="1200"/>
            </a:lvl1pPr>
          </a:lstStyle>
          <a:p>
            <a:pPr indent="0" algn="l"/>
            <a:r>
              <a:rPr lang="en-US" altLang="zh-CN" b="0" i="0" dirty="0">
                <a:solidFill>
                  <a:srgbClr val="1C1917"/>
                </a:solidFill>
                <a:effectLst/>
              </a:rPr>
              <a:t>The joint monitoring of surveillance video and high-precision positioning enables real-time analysis of passenger dynamics and </a:t>
            </a:r>
            <a:r>
              <a:rPr lang="en-US" altLang="zh-CN" b="0" i="0" dirty="0" err="1">
                <a:solidFill>
                  <a:srgbClr val="1C1917"/>
                </a:solidFill>
                <a:effectLst/>
              </a:rPr>
              <a:t>behaviour</a:t>
            </a:r>
            <a:r>
              <a:rPr lang="en-US" altLang="zh-CN" b="0" i="0" dirty="0">
                <a:solidFill>
                  <a:srgbClr val="1C1917"/>
                </a:solidFill>
                <a:effectLst/>
              </a:rPr>
              <a:t>, timely detection of security risks and other issues, so as to adjust the settings of security facilities, increase or reduce the number of security channels, adjust the speed of security checks and so on. As a whole, it improves the level of security supervision at airports and the travelling experience of passengers.</a:t>
            </a:r>
            <a:endParaRPr lang="zh-CN" altLang="en-US" dirty="0"/>
          </a:p>
        </p:txBody>
      </p:sp>
      <p:pic>
        <p:nvPicPr>
          <p:cNvPr id="8" name="图片 7">
            <a:extLst>
              <a:ext uri="{FF2B5EF4-FFF2-40B4-BE49-F238E27FC236}">
                <a16:creationId xmlns:a16="http://schemas.microsoft.com/office/drawing/2014/main" id="{85FA737B-02D3-EFAB-0F17-4DAF304D1A3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55965" y="2480579"/>
            <a:ext cx="5360989" cy="2455102"/>
          </a:xfrm>
          <a:prstGeom prst="rect">
            <a:avLst/>
          </a:prstGeom>
        </p:spPr>
      </p:pic>
      <p:pic>
        <p:nvPicPr>
          <p:cNvPr id="10" name="图片 9">
            <a:extLst>
              <a:ext uri="{FF2B5EF4-FFF2-40B4-BE49-F238E27FC236}">
                <a16:creationId xmlns:a16="http://schemas.microsoft.com/office/drawing/2014/main" id="{AC056C8A-5EE1-343B-71B5-B1C72D8D9F7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592678" y="3817303"/>
            <a:ext cx="5768051" cy="2647366"/>
          </a:xfrm>
          <a:prstGeom prst="rect">
            <a:avLst/>
          </a:prstGeom>
        </p:spPr>
      </p:pic>
    </p:spTree>
    <p:extLst>
      <p:ext uri="{BB962C8B-B14F-4D97-AF65-F5344CB8AC3E}">
        <p14:creationId xmlns:p14="http://schemas.microsoft.com/office/powerpoint/2010/main" val="15415967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rcRect t="36094" r="23117" b="6817"/>
          <a:stretch>
            <a:fillRect/>
          </a:stretch>
        </p:blipFill>
        <p:spPr>
          <a:xfrm rot="1879181" flipH="1">
            <a:off x="-341037" y="-721504"/>
            <a:ext cx="1907370" cy="3098651"/>
          </a:xfrm>
          <a:custGeom>
            <a:avLst/>
            <a:gdLst>
              <a:gd name="connsiteX0" fmla="*/ 1907370 w 1907370"/>
              <a:gd name="connsiteY0" fmla="*/ 1160597 h 3098651"/>
              <a:gd name="connsiteX1" fmla="*/ 0 w 1907370"/>
              <a:gd name="connsiteY1" fmla="*/ 0 h 3098651"/>
              <a:gd name="connsiteX2" fmla="*/ 0 w 1907370"/>
              <a:gd name="connsiteY2" fmla="*/ 2655614 h 3098651"/>
              <a:gd name="connsiteX3" fmla="*/ 728103 w 1907370"/>
              <a:gd name="connsiteY3" fmla="*/ 3098651 h 3098651"/>
            </a:gdLst>
            <a:ahLst/>
            <a:cxnLst>
              <a:cxn ang="0">
                <a:pos x="connsiteX0" y="connsiteY0"/>
              </a:cxn>
              <a:cxn ang="0">
                <a:pos x="connsiteX1" y="connsiteY1"/>
              </a:cxn>
              <a:cxn ang="0">
                <a:pos x="connsiteX2" y="connsiteY2"/>
              </a:cxn>
              <a:cxn ang="0">
                <a:pos x="connsiteX3" y="connsiteY3"/>
              </a:cxn>
            </a:cxnLst>
            <a:rect l="l" t="t" r="r" b="b"/>
            <a:pathLst>
              <a:path w="1907370" h="3098651">
                <a:moveTo>
                  <a:pt x="1907370" y="1160597"/>
                </a:moveTo>
                <a:lnTo>
                  <a:pt x="0" y="0"/>
                </a:lnTo>
                <a:lnTo>
                  <a:pt x="0" y="2655614"/>
                </a:lnTo>
                <a:lnTo>
                  <a:pt x="728103" y="3098651"/>
                </a:lnTo>
                <a:close/>
              </a:path>
            </a:pathLst>
          </a:custGeom>
        </p:spPr>
      </p:pic>
      <p:sp>
        <p:nvSpPr>
          <p:cNvPr id="3" name="文本框 2"/>
          <p:cNvSpPr txBox="1"/>
          <p:nvPr/>
        </p:nvSpPr>
        <p:spPr>
          <a:xfrm>
            <a:off x="650320" y="429497"/>
            <a:ext cx="9636680" cy="523220"/>
          </a:xfrm>
          <a:prstGeom prst="rect">
            <a:avLst/>
          </a:prstGeom>
          <a:noFill/>
        </p:spPr>
        <p:txBody>
          <a:bodyPr wrap="square" rtlCol="0">
            <a:spAutoFit/>
            <a:scene3d>
              <a:camera prst="orthographicFront"/>
              <a:lightRig rig="threePt" dir="t"/>
            </a:scene3d>
            <a:sp3d contourW="12700"/>
          </a:bodyPr>
          <a:lstStyle>
            <a:defPPr>
              <a:defRPr lang="en-US"/>
            </a:defPPr>
            <a:lvl1pPr algn="ctr">
              <a:defRPr sz="2800" b="1">
                <a:solidFill>
                  <a:schemeClr val="tx1">
                    <a:lumMod val="75000"/>
                    <a:lumOff val="25000"/>
                  </a:schemeClr>
                </a:solidFill>
                <a:latin typeface="Century Gothic" panose="020B0502020202020204" pitchFamily="34" charset="0"/>
              </a:defRPr>
            </a:lvl1pPr>
          </a:lstStyle>
          <a:p>
            <a:pPr algn="l"/>
            <a:r>
              <a:rPr lang="en-US" altLang="zh-CN" b="0" dirty="0">
                <a:latin typeface="+mn-lt"/>
                <a:cs typeface="+mn-ea"/>
                <a:sym typeface="+mn-lt"/>
              </a:rPr>
              <a:t>Use Case – </a:t>
            </a:r>
            <a:r>
              <a:rPr lang="en-US" altLang="zh-CN" sz="2000" b="0" dirty="0">
                <a:latin typeface="+mn-lt"/>
                <a:cs typeface="+mn-ea"/>
                <a:sym typeface="+mn-lt"/>
              </a:rPr>
              <a:t>Check in Counter Monitoring</a:t>
            </a:r>
            <a:endParaRPr lang="zh-CN" altLang="en-US" b="0" dirty="0">
              <a:latin typeface="+mn-lt"/>
              <a:cs typeface="+mn-ea"/>
              <a:sym typeface="+mn-lt"/>
            </a:endParaRPr>
          </a:p>
        </p:txBody>
      </p:sp>
      <p:pic>
        <p:nvPicPr>
          <p:cNvPr id="1191" name="图片 1190"/>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0965126" y="-159050"/>
            <a:ext cx="1315701" cy="1315701"/>
          </a:xfrm>
          <a:prstGeom prst="rect">
            <a:avLst/>
          </a:prstGeom>
        </p:spPr>
      </p:pic>
      <p:sp>
        <p:nvSpPr>
          <p:cNvPr id="7" name="文本框 6">
            <a:extLst>
              <a:ext uri="{FF2B5EF4-FFF2-40B4-BE49-F238E27FC236}">
                <a16:creationId xmlns:a16="http://schemas.microsoft.com/office/drawing/2014/main" id="{6085E25A-94D5-5B54-8DDB-5DB18838F005}"/>
              </a:ext>
            </a:extLst>
          </p:cNvPr>
          <p:cNvSpPr txBox="1"/>
          <p:nvPr/>
        </p:nvSpPr>
        <p:spPr>
          <a:xfrm>
            <a:off x="1241112" y="1474015"/>
            <a:ext cx="10236513" cy="637660"/>
          </a:xfrm>
          <a:prstGeom prst="rect">
            <a:avLst/>
          </a:prstGeom>
          <a:noFill/>
        </p:spPr>
        <p:txBody>
          <a:bodyPr wrap="square" rtlCol="0">
            <a:noAutofit/>
          </a:bodyPr>
          <a:lstStyle>
            <a:defPPr>
              <a:defRPr lang="zh-CN"/>
            </a:defPPr>
            <a:lvl1pPr indent="252095">
              <a:lnSpc>
                <a:spcPct val="150000"/>
              </a:lnSpc>
              <a:defRPr sz="1200"/>
            </a:lvl1pPr>
          </a:lstStyle>
          <a:p>
            <a:pPr indent="0" algn="l"/>
            <a:r>
              <a:rPr lang="en-US" altLang="zh-CN" b="0" i="0" dirty="0">
                <a:solidFill>
                  <a:srgbClr val="1C1917"/>
                </a:solidFill>
                <a:effectLst/>
              </a:rPr>
              <a:t>The joint monitoring of surveillance video and high-precision positioning can realize monitoring of the status of passengers around the check-in counters, which can balance resource allocation, manage check-in efficiency, so that we can reduce potential security risks.</a:t>
            </a:r>
            <a:endParaRPr lang="zh-CN" altLang="en-US" b="0" i="0" dirty="0">
              <a:solidFill>
                <a:srgbClr val="1C1917"/>
              </a:solidFill>
              <a:effectLst/>
            </a:endParaRPr>
          </a:p>
        </p:txBody>
      </p:sp>
      <p:pic>
        <p:nvPicPr>
          <p:cNvPr id="5" name="图片 4">
            <a:extLst>
              <a:ext uri="{FF2B5EF4-FFF2-40B4-BE49-F238E27FC236}">
                <a16:creationId xmlns:a16="http://schemas.microsoft.com/office/drawing/2014/main" id="{C423A589-6B66-841B-1ED1-6E7C3B484BF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50321" y="2632973"/>
            <a:ext cx="4286230" cy="2870675"/>
          </a:xfrm>
          <a:prstGeom prst="rect">
            <a:avLst/>
          </a:prstGeom>
        </p:spPr>
      </p:pic>
      <p:pic>
        <p:nvPicPr>
          <p:cNvPr id="10" name="图片 9" descr="图形用户界面&#10;&#10;描述已自动生成">
            <a:extLst>
              <a:ext uri="{FF2B5EF4-FFF2-40B4-BE49-F238E27FC236}">
                <a16:creationId xmlns:a16="http://schemas.microsoft.com/office/drawing/2014/main" id="{B08318F2-BC3E-48FC-B9D6-D20102D5B8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13656" y="2548702"/>
            <a:ext cx="6409320" cy="2954946"/>
          </a:xfrm>
          <a:prstGeom prst="rect">
            <a:avLst/>
          </a:prstGeom>
        </p:spPr>
      </p:pic>
    </p:spTree>
    <p:extLst>
      <p:ext uri="{BB962C8B-B14F-4D97-AF65-F5344CB8AC3E}">
        <p14:creationId xmlns:p14="http://schemas.microsoft.com/office/powerpoint/2010/main" val="27310566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3989330" flipH="1">
            <a:off x="4176315" y="-1104964"/>
            <a:ext cx="7279368" cy="15925928"/>
          </a:xfrm>
          <a:prstGeom prst="rect">
            <a:avLst/>
          </a:prstGeom>
        </p:spPr>
      </p:pic>
      <p:sp>
        <p:nvSpPr>
          <p:cNvPr id="3" name="PA_文本框 2"/>
          <p:cNvSpPr txBox="1"/>
          <p:nvPr>
            <p:custDataLst>
              <p:tags r:id="rId1"/>
            </p:custDataLst>
          </p:nvPr>
        </p:nvSpPr>
        <p:spPr>
          <a:xfrm>
            <a:off x="864625" y="1816362"/>
            <a:ext cx="6508941" cy="904030"/>
          </a:xfrm>
          <a:prstGeom prst="rect">
            <a:avLst/>
          </a:prstGeom>
        </p:spPr>
        <p:txBody>
          <a:bodyPr wrap="square">
            <a:spAutoFit/>
            <a:scene3d>
              <a:camera prst="orthographicFront"/>
              <a:lightRig rig="threePt" dir="t"/>
            </a:scene3d>
            <a:sp3d contourW="12700"/>
          </a:bodyPr>
          <a:lstStyle>
            <a:defPPr>
              <a:defRPr lang="zh-CN"/>
            </a:defPPr>
            <a:lvl1pPr marR="0" lvl="0" indent="0" fontAlgn="auto">
              <a:lnSpc>
                <a:spcPct val="120000"/>
              </a:lnSpc>
              <a:spcBef>
                <a:spcPts val="0"/>
              </a:spcBef>
              <a:spcAft>
                <a:spcPts val="0"/>
              </a:spcAft>
              <a:buClrTx/>
              <a:buSzTx/>
              <a:buFontTx/>
              <a:buNone/>
              <a:defRPr kumimoji="0" sz="5400" b="1" i="0" u="none" strike="noStrike" cap="none" spc="0" normalizeH="0" baseline="0">
                <a:ln>
                  <a:noFill/>
                </a:ln>
                <a:gradFill>
                  <a:gsLst>
                    <a:gs pos="0">
                      <a:srgbClr val="CDA23D"/>
                    </a:gs>
                    <a:gs pos="55000">
                      <a:srgbClr val="E1B64A"/>
                    </a:gs>
                    <a:gs pos="100000">
                      <a:srgbClr val="F7E880">
                        <a:lumMod val="99000"/>
                      </a:srgbClr>
                    </a:gs>
                  </a:gsLst>
                  <a:lin ang="2700000" scaled="1"/>
                </a:gradFill>
                <a:effectLst/>
                <a:uLnTx/>
                <a:uFillTx/>
                <a:latin typeface="Arial" panose="020B0604020202020204"/>
                <a:ea typeface="微软雅黑" panose="020B0503020204020204" charset="-122"/>
              </a:defRPr>
            </a:lvl1pPr>
          </a:lstStyle>
          <a:p>
            <a:r>
              <a:rPr lang="en-US" altLang="zh-CN" sz="4800" b="0" dirty="0">
                <a:solidFill>
                  <a:schemeClr val="tx1">
                    <a:lumMod val="75000"/>
                    <a:lumOff val="25000"/>
                  </a:schemeClr>
                </a:solidFill>
                <a:latin typeface="+mn-lt"/>
                <a:ea typeface="+mn-ea"/>
                <a:cs typeface="+mn-ea"/>
                <a:sym typeface="+mn-lt"/>
              </a:rPr>
              <a:t>Thanks for watching</a:t>
            </a:r>
            <a:endParaRPr lang="en-US" sz="4800" b="0" dirty="0">
              <a:solidFill>
                <a:schemeClr val="tx1">
                  <a:lumMod val="75000"/>
                  <a:lumOff val="25000"/>
                </a:schemeClr>
              </a:solidFill>
              <a:latin typeface="+mn-lt"/>
              <a:ea typeface="+mn-ea"/>
              <a:cs typeface="+mn-ea"/>
              <a:sym typeface="+mn-lt"/>
            </a:endParaRPr>
          </a:p>
        </p:txBody>
      </p:sp>
      <p:cxnSp>
        <p:nvCxnSpPr>
          <p:cNvPr id="4" name="PA_直接连接符 9"/>
          <p:cNvCxnSpPr/>
          <p:nvPr>
            <p:custDataLst>
              <p:tags r:id="rId2"/>
            </p:custDataLst>
          </p:nvPr>
        </p:nvCxnSpPr>
        <p:spPr>
          <a:xfrm flipH="1">
            <a:off x="1035367" y="2861020"/>
            <a:ext cx="428625"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10965126" y="-159050"/>
            <a:ext cx="1315701" cy="13157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fb15223e-4843-4588-92b0-8d12bd8eb592"/>
  <p:tag name="COMMONDATA" val="eyJjb3VudCI6MywiaGRpZCI6IjIwMWJmMTgzZGU3MDc5ZmY0NzQwYWVkYzRmZmVlZmUzIiwidXNlckNvdW50IjoxfQ=="/>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PA" val="v4.1.3"/>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PA" val="v4.1.3"/>
</p:tagLst>
</file>

<file path=ppt/tags/tag135.xml><?xml version="1.0" encoding="utf-8"?>
<p:tagLst xmlns:a="http://schemas.openxmlformats.org/drawingml/2006/main" xmlns:r="http://schemas.openxmlformats.org/officeDocument/2006/relationships" xmlns:p="http://schemas.openxmlformats.org/presentationml/2006/main">
  <p:tag name="PA" val="v4.1.3"/>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qzyeyjj">
      <a:majorFont>
        <a:latin typeface="思源黑体 Normal"/>
        <a:ea typeface="思源黑体 Normal"/>
        <a:cs typeface=""/>
      </a:majorFont>
      <a:minorFont>
        <a:latin typeface="思源黑体 Normal"/>
        <a:ea typeface="思源黑体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1111</TotalTime>
  <Words>388</Words>
  <Application>Microsoft Macintosh PowerPoint</Application>
  <PresentationFormat>宽屏</PresentationFormat>
  <Paragraphs>34</Paragraphs>
  <Slides>8</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思源黑体 Normal</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R Y</cp:lastModifiedBy>
  <cp:revision>83</cp:revision>
  <dcterms:created xsi:type="dcterms:W3CDTF">2019-10-21T06:21:00Z</dcterms:created>
  <dcterms:modified xsi:type="dcterms:W3CDTF">2023-10-19T07:25:54Z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2052-12.1.0.15374</vt:lpwstr>
  </property>
  <property fmtid="{D5CDD505-2E9C-101B-9397-08002B2CF9AE}" pid="3" name="KSOTemplateUUID">
    <vt:lpwstr>v1.0_mb_st/xM3hncqcFrCWX8fXsAQ==</vt:lpwstr>
  </property>
  <property fmtid="{D5CDD505-2E9C-101B-9397-08002B2CF9AE}" pid="4" name="ICV">
    <vt:lpwstr>0B94F509B0AA48A89DD8208B31A29035_11</vt:lpwstr>
  </property>
</Properties>
</file>