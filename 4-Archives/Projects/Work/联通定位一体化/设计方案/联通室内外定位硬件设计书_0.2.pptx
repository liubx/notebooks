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handoutMasterIdLst>
    <p:handoutMasterId r:id="rId12"/>
  </p:handoutMasterIdLst>
  <p:sldIdLst>
    <p:sldId id="261" r:id="rId2"/>
    <p:sldId id="257" r:id="rId3"/>
    <p:sldId id="258" r:id="rId4"/>
    <p:sldId id="259" r:id="rId5"/>
    <p:sldId id="260" r:id="rId6"/>
    <p:sldId id="262" r:id="rId7"/>
    <p:sldId id="264" r:id="rId8"/>
    <p:sldId id="265" r:id="rId9"/>
    <p:sldId id="266" r:id="rId10"/>
  </p:sldIdLst>
  <p:sldSz cx="12192000" cy="6858000"/>
  <p:notesSz cx="6858000" cy="9144000"/>
  <p:defaultTextStyle>
    <a:lvl1pPr marL="0" lvl="0" algn="l" defTabSz="914400">
      <a:defRPr sz="1800" kern="1200">
        <a:solidFill>
          <a:schemeClr val="tx1"/>
        </a:solidFill>
        <a:latin typeface="Arial"/>
        <a:ea typeface="微软雅黑"/>
      </a:defRPr>
    </a:lvl1pPr>
    <a:lvl2pPr marL="457200" lvl="1" algn="l" defTabSz="914400">
      <a:defRPr sz="1800" kern="1200">
        <a:solidFill>
          <a:schemeClr val="tx1"/>
        </a:solidFill>
        <a:latin typeface="Arial"/>
        <a:ea typeface="微软雅黑"/>
      </a:defRPr>
    </a:lvl2pPr>
    <a:lvl3pPr marL="914400" lvl="2" algn="l" defTabSz="914400">
      <a:defRPr sz="1800" kern="1200">
        <a:solidFill>
          <a:schemeClr val="tx1"/>
        </a:solidFill>
        <a:latin typeface="Arial"/>
        <a:ea typeface="微软雅黑"/>
      </a:defRPr>
    </a:lvl3pPr>
    <a:lvl4pPr marL="1371600" lvl="3" algn="l" defTabSz="914400">
      <a:defRPr sz="1800" kern="1200">
        <a:solidFill>
          <a:schemeClr val="tx1"/>
        </a:solidFill>
        <a:latin typeface="Arial"/>
        <a:ea typeface="微软雅黑"/>
      </a:defRPr>
    </a:lvl4pPr>
    <a:lvl5pPr marL="1828800" lvl="4" algn="l" defTabSz="914400">
      <a:defRPr sz="1800" kern="1200">
        <a:solidFill>
          <a:schemeClr val="tx1"/>
        </a:solidFill>
        <a:latin typeface="Arial"/>
        <a:ea typeface="微软雅黑"/>
      </a:defRPr>
    </a:lvl5pPr>
    <a:lvl6pPr marL="2286000" lvl="5" algn="l" defTabSz="914400">
      <a:defRPr sz="1800" kern="1200">
        <a:solidFill>
          <a:schemeClr val="tx1"/>
        </a:solidFill>
        <a:latin typeface="Arial"/>
        <a:ea typeface="微软雅黑"/>
      </a:defRPr>
    </a:lvl6pPr>
    <a:lvl7pPr marL="2743200" lvl="6" algn="l" defTabSz="914400">
      <a:defRPr sz="1800" kern="1200">
        <a:solidFill>
          <a:schemeClr val="tx1"/>
        </a:solidFill>
        <a:latin typeface="Arial"/>
        <a:ea typeface="微软雅黑"/>
      </a:defRPr>
    </a:lvl7pPr>
    <a:lvl8pPr marL="3200400" lvl="7" algn="l" defTabSz="914400">
      <a:defRPr sz="1800" kern="1200">
        <a:solidFill>
          <a:schemeClr val="tx1"/>
        </a:solidFill>
        <a:latin typeface="Arial"/>
        <a:ea typeface="微软雅黑"/>
      </a:defRPr>
    </a:lvl8pPr>
    <a:lvl9pPr marL="3657600" lvl="8" algn="l" defTabSz="914400">
      <a:defRPr sz="1800" kern="1200">
        <a:solidFill>
          <a:schemeClr val="tx1"/>
        </a:solidFill>
        <a:latin typeface="Arial"/>
        <a:ea typeface="微软雅黑"/>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32C11D-EA06-4321-AF2B-48065FDA6B74}" v="79" dt="2019-06-27T07:32:59.321"/>
  </p1510:revLst>
</p1510:revInfo>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fontRef>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31"/>
    <p:restoredTop sz="94776"/>
  </p:normalViewPr>
  <p:slideViewPr>
    <p:cSldViewPr snapToGrid="0" snapToObjects="1">
      <p:cViewPr>
        <p:scale>
          <a:sx n="142" d="100"/>
          <a:sy n="142" d="100"/>
        </p:scale>
        <p:origin x="3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u Zheng" userId="7ffb0a34db43923c" providerId="LiveId" clId="{F632C11D-EA06-4321-AF2B-48065FDA6B74}"/>
    <pc:docChg chg="undo custSel addSld delSld modSld modMainMaster">
      <pc:chgData name="Wu Zheng" userId="7ffb0a34db43923c" providerId="LiveId" clId="{F632C11D-EA06-4321-AF2B-48065FDA6B74}" dt="2019-06-28T05:10:54.437" v="183" actId="2696"/>
      <pc:docMkLst>
        <pc:docMk/>
      </pc:docMkLst>
      <pc:sldChg chg="addSp delSp modSp del">
        <pc:chgData name="Wu Zheng" userId="7ffb0a34db43923c" providerId="LiveId" clId="{F632C11D-EA06-4321-AF2B-48065FDA6B74}" dt="2019-06-28T05:10:54.437" v="183" actId="2696"/>
        <pc:sldMkLst>
          <pc:docMk/>
          <pc:sldMk cId="0" sldId="256"/>
        </pc:sldMkLst>
        <pc:spChg chg="add del mod">
          <ac:chgData name="Wu Zheng" userId="7ffb0a34db43923c" providerId="LiveId" clId="{F632C11D-EA06-4321-AF2B-48065FDA6B74}" dt="2019-06-27T07:29:58.535" v="145" actId="478"/>
          <ac:spMkLst>
            <pc:docMk/>
            <pc:sldMk cId="0" sldId="256"/>
            <ac:spMk id="6" creationId="{5229DD65-8E0B-4E13-ABCF-FEB76E97D955}"/>
          </ac:spMkLst>
        </pc:spChg>
        <pc:spChg chg="add del">
          <ac:chgData name="Wu Zheng" userId="7ffb0a34db43923c" providerId="LiveId" clId="{F632C11D-EA06-4321-AF2B-48065FDA6B74}" dt="2019-06-27T07:31:33.953" v="161" actId="478"/>
          <ac:spMkLst>
            <pc:docMk/>
            <pc:sldMk cId="0" sldId="256"/>
            <ac:spMk id="7" creationId="{7974A36E-4D84-4C36-8932-37F96990BC0E}"/>
          </ac:spMkLst>
        </pc:spChg>
        <pc:spChg chg="add del">
          <ac:chgData name="Wu Zheng" userId="7ffb0a34db43923c" providerId="LiveId" clId="{F632C11D-EA06-4321-AF2B-48065FDA6B74}" dt="2019-06-27T07:31:31.396" v="160"/>
          <ac:spMkLst>
            <pc:docMk/>
            <pc:sldMk cId="0" sldId="256"/>
            <ac:spMk id="8" creationId="{3392F751-79AE-4376-91E0-7CA88EE43E20}"/>
          </ac:spMkLst>
        </pc:spChg>
        <pc:spChg chg="add">
          <ac:chgData name="Wu Zheng" userId="7ffb0a34db43923c" providerId="LiveId" clId="{F632C11D-EA06-4321-AF2B-48065FDA6B74}" dt="2019-06-27T07:31:34.421" v="162"/>
          <ac:spMkLst>
            <pc:docMk/>
            <pc:sldMk cId="0" sldId="256"/>
            <ac:spMk id="9" creationId="{122C1958-6A15-4225-B114-88580E3570FE}"/>
          </ac:spMkLst>
        </pc:spChg>
        <pc:graphicFrameChg chg="mod modGraphic">
          <ac:chgData name="Wu Zheng" userId="7ffb0a34db43923c" providerId="LiveId" clId="{F632C11D-EA06-4321-AF2B-48065FDA6B74}" dt="2019-06-27T07:32:59.321" v="182"/>
          <ac:graphicFrameMkLst>
            <pc:docMk/>
            <pc:sldMk cId="0" sldId="256"/>
            <ac:graphicFrameMk id="2" creationId="{00000000-0000-0000-0000-000000000000}"/>
          </ac:graphicFrameMkLst>
        </pc:graphicFrameChg>
      </pc:sldChg>
      <pc:sldChg chg="addSp delSp modSp">
        <pc:chgData name="Wu Zheng" userId="7ffb0a34db43923c" providerId="LiveId" clId="{F632C11D-EA06-4321-AF2B-48065FDA6B74}" dt="2019-06-27T07:32:56.027" v="180"/>
        <pc:sldMkLst>
          <pc:docMk/>
          <pc:sldMk cId="0" sldId="257"/>
        </pc:sldMkLst>
        <pc:spChg chg="add del">
          <ac:chgData name="Wu Zheng" userId="7ffb0a34db43923c" providerId="LiveId" clId="{F632C11D-EA06-4321-AF2B-48065FDA6B74}" dt="2019-06-27T07:31:38.510" v="163" actId="478"/>
          <ac:spMkLst>
            <pc:docMk/>
            <pc:sldMk cId="0" sldId="257"/>
            <ac:spMk id="6" creationId="{812EDDB0-F575-491A-ACE2-E8D3EC91697B}"/>
          </ac:spMkLst>
        </pc:spChg>
        <pc:spChg chg="add">
          <ac:chgData name="Wu Zheng" userId="7ffb0a34db43923c" providerId="LiveId" clId="{F632C11D-EA06-4321-AF2B-48065FDA6B74}" dt="2019-06-27T07:31:38.787" v="164"/>
          <ac:spMkLst>
            <pc:docMk/>
            <pc:sldMk cId="0" sldId="257"/>
            <ac:spMk id="7" creationId="{8169DAB7-1E43-4B1B-95D3-06073148279A}"/>
          </ac:spMkLst>
        </pc:spChg>
        <pc:graphicFrameChg chg="mod modGraphic">
          <ac:chgData name="Wu Zheng" userId="7ffb0a34db43923c" providerId="LiveId" clId="{F632C11D-EA06-4321-AF2B-48065FDA6B74}" dt="2019-06-27T07:32:56.027" v="180"/>
          <ac:graphicFrameMkLst>
            <pc:docMk/>
            <pc:sldMk cId="0" sldId="257"/>
            <ac:graphicFrameMk id="2" creationId="{00000000-0000-0000-0000-000000000000}"/>
          </ac:graphicFrameMkLst>
        </pc:graphicFrameChg>
      </pc:sldChg>
      <pc:sldChg chg="addSp delSp modSp">
        <pc:chgData name="Wu Zheng" userId="7ffb0a34db43923c" providerId="LiveId" clId="{F632C11D-EA06-4321-AF2B-48065FDA6B74}" dt="2019-06-27T07:32:53.504" v="178"/>
        <pc:sldMkLst>
          <pc:docMk/>
          <pc:sldMk cId="0" sldId="258"/>
        </pc:sldMkLst>
        <pc:spChg chg="add del">
          <ac:chgData name="Wu Zheng" userId="7ffb0a34db43923c" providerId="LiveId" clId="{F632C11D-EA06-4321-AF2B-48065FDA6B74}" dt="2019-06-27T07:31:43.279" v="165" actId="478"/>
          <ac:spMkLst>
            <pc:docMk/>
            <pc:sldMk cId="0" sldId="258"/>
            <ac:spMk id="6" creationId="{0C7CC524-2862-4BBF-950C-05E83353C6CB}"/>
          </ac:spMkLst>
        </pc:spChg>
        <pc:spChg chg="add">
          <ac:chgData name="Wu Zheng" userId="7ffb0a34db43923c" providerId="LiveId" clId="{F632C11D-EA06-4321-AF2B-48065FDA6B74}" dt="2019-06-27T07:31:43.687" v="166"/>
          <ac:spMkLst>
            <pc:docMk/>
            <pc:sldMk cId="0" sldId="258"/>
            <ac:spMk id="7" creationId="{09C31074-B943-4FD2-A198-68F794671E6C}"/>
          </ac:spMkLst>
        </pc:spChg>
        <pc:graphicFrameChg chg="mod modGraphic">
          <ac:chgData name="Wu Zheng" userId="7ffb0a34db43923c" providerId="LiveId" clId="{F632C11D-EA06-4321-AF2B-48065FDA6B74}" dt="2019-06-27T07:32:53.504" v="178"/>
          <ac:graphicFrameMkLst>
            <pc:docMk/>
            <pc:sldMk cId="0" sldId="258"/>
            <ac:graphicFrameMk id="2" creationId="{00000000-0000-0000-0000-000000000000}"/>
          </ac:graphicFrameMkLst>
        </pc:graphicFrameChg>
      </pc:sldChg>
      <pc:sldChg chg="addSp delSp">
        <pc:chgData name="Wu Zheng" userId="7ffb0a34db43923c" providerId="LiveId" clId="{F632C11D-EA06-4321-AF2B-48065FDA6B74}" dt="2019-06-27T07:31:48.299" v="168"/>
        <pc:sldMkLst>
          <pc:docMk/>
          <pc:sldMk cId="0" sldId="259"/>
        </pc:sldMkLst>
        <pc:spChg chg="add del">
          <ac:chgData name="Wu Zheng" userId="7ffb0a34db43923c" providerId="LiveId" clId="{F632C11D-EA06-4321-AF2B-48065FDA6B74}" dt="2019-06-27T07:31:48.075" v="167" actId="478"/>
          <ac:spMkLst>
            <pc:docMk/>
            <pc:sldMk cId="0" sldId="259"/>
            <ac:spMk id="6" creationId="{2FFFEC64-7A0B-4908-85DC-18757478A56E}"/>
          </ac:spMkLst>
        </pc:spChg>
        <pc:spChg chg="add">
          <ac:chgData name="Wu Zheng" userId="7ffb0a34db43923c" providerId="LiveId" clId="{F632C11D-EA06-4321-AF2B-48065FDA6B74}" dt="2019-06-27T07:31:48.299" v="168"/>
          <ac:spMkLst>
            <pc:docMk/>
            <pc:sldMk cId="0" sldId="259"/>
            <ac:spMk id="7" creationId="{B0AE171C-8D31-4D79-A2DA-4E994DE4B3D9}"/>
          </ac:spMkLst>
        </pc:spChg>
      </pc:sldChg>
      <pc:sldChg chg="addSp delSp">
        <pc:chgData name="Wu Zheng" userId="7ffb0a34db43923c" providerId="LiveId" clId="{F632C11D-EA06-4321-AF2B-48065FDA6B74}" dt="2019-06-27T07:31:53.054" v="170"/>
        <pc:sldMkLst>
          <pc:docMk/>
          <pc:sldMk cId="0" sldId="260"/>
        </pc:sldMkLst>
        <pc:spChg chg="add del">
          <ac:chgData name="Wu Zheng" userId="7ffb0a34db43923c" providerId="LiveId" clId="{F632C11D-EA06-4321-AF2B-48065FDA6B74}" dt="2019-06-27T07:31:52.852" v="169" actId="478"/>
          <ac:spMkLst>
            <pc:docMk/>
            <pc:sldMk cId="0" sldId="260"/>
            <ac:spMk id="6" creationId="{82A65B05-3CBC-4739-901C-F2EBA2C60F0E}"/>
          </ac:spMkLst>
        </pc:spChg>
        <pc:spChg chg="add">
          <ac:chgData name="Wu Zheng" userId="7ffb0a34db43923c" providerId="LiveId" clId="{F632C11D-EA06-4321-AF2B-48065FDA6B74}" dt="2019-06-27T07:31:53.054" v="170"/>
          <ac:spMkLst>
            <pc:docMk/>
            <pc:sldMk cId="0" sldId="260"/>
            <ac:spMk id="7" creationId="{725E86A2-C8CA-4EA8-A995-830E75CC31B6}"/>
          </ac:spMkLst>
        </pc:spChg>
      </pc:sldChg>
      <pc:sldChg chg="addSp delSp modSp">
        <pc:chgData name="Wu Zheng" userId="7ffb0a34db43923c" providerId="LiveId" clId="{F632C11D-EA06-4321-AF2B-48065FDA6B74}" dt="2019-06-27T07:29:53.940" v="144"/>
        <pc:sldMkLst>
          <pc:docMk/>
          <pc:sldMk cId="4169854460" sldId="261"/>
        </pc:sldMkLst>
        <pc:spChg chg="add del mod">
          <ac:chgData name="Wu Zheng" userId="7ffb0a34db43923c" providerId="LiveId" clId="{F632C11D-EA06-4321-AF2B-48065FDA6B74}" dt="2019-06-27T07:29:53.940" v="144"/>
          <ac:spMkLst>
            <pc:docMk/>
            <pc:sldMk cId="4169854460" sldId="261"/>
            <ac:spMk id="7" creationId="{31AFDB71-9D9C-4AA2-8CD9-0C43CFB9EB94}"/>
          </ac:spMkLst>
        </pc:spChg>
        <pc:graphicFrameChg chg="add del">
          <ac:chgData name="Wu Zheng" userId="7ffb0a34db43923c" providerId="LiveId" clId="{F632C11D-EA06-4321-AF2B-48065FDA6B74}" dt="2019-06-27T07:27:11.641" v="121" actId="478"/>
          <ac:graphicFrameMkLst>
            <pc:docMk/>
            <pc:sldMk cId="4169854460" sldId="261"/>
            <ac:graphicFrameMk id="2" creationId="{00000000-0000-0000-0000-000000000000}"/>
          </ac:graphicFrameMkLst>
        </pc:graphicFrameChg>
      </pc:sldChg>
      <pc:sldChg chg="addSp delSp">
        <pc:chgData name="Wu Zheng" userId="7ffb0a34db43923c" providerId="LiveId" clId="{F632C11D-EA06-4321-AF2B-48065FDA6B74}" dt="2019-06-27T07:31:57.704" v="172"/>
        <pc:sldMkLst>
          <pc:docMk/>
          <pc:sldMk cId="2073567976" sldId="262"/>
        </pc:sldMkLst>
        <pc:spChg chg="add del">
          <ac:chgData name="Wu Zheng" userId="7ffb0a34db43923c" providerId="LiveId" clId="{F632C11D-EA06-4321-AF2B-48065FDA6B74}" dt="2019-06-27T07:31:57.537" v="171" actId="478"/>
          <ac:spMkLst>
            <pc:docMk/>
            <pc:sldMk cId="2073567976" sldId="262"/>
            <ac:spMk id="7" creationId="{E940C0AB-C096-47C2-A2A0-9BE4BDECE43E}"/>
          </ac:spMkLst>
        </pc:spChg>
        <pc:spChg chg="add">
          <ac:chgData name="Wu Zheng" userId="7ffb0a34db43923c" providerId="LiveId" clId="{F632C11D-EA06-4321-AF2B-48065FDA6B74}" dt="2019-06-27T07:31:57.704" v="172"/>
          <ac:spMkLst>
            <pc:docMk/>
            <pc:sldMk cId="2073567976" sldId="262"/>
            <ac:spMk id="10" creationId="{98EFBC36-3FE3-414D-8164-BEA04764DBBE}"/>
          </ac:spMkLst>
        </pc:spChg>
      </pc:sldChg>
      <pc:sldChg chg="modSp del">
        <pc:chgData name="Wu Zheng" userId="7ffb0a34db43923c" providerId="LiveId" clId="{F632C11D-EA06-4321-AF2B-48065FDA6B74}" dt="2019-06-27T07:27:40.087" v="123" actId="2696"/>
        <pc:sldMkLst>
          <pc:docMk/>
          <pc:sldMk cId="2290949962" sldId="263"/>
        </pc:sldMkLst>
        <pc:spChg chg="mod">
          <ac:chgData name="Wu Zheng" userId="7ffb0a34db43923c" providerId="LiveId" clId="{F632C11D-EA06-4321-AF2B-48065FDA6B74}" dt="2019-06-27T07:27:34.487" v="122" actId="1076"/>
          <ac:spMkLst>
            <pc:docMk/>
            <pc:sldMk cId="2290949962" sldId="263"/>
            <ac:spMk id="2" creationId="{E18C0B15-2957-4D09-B84B-058AB6F0FF21}"/>
          </ac:spMkLst>
        </pc:spChg>
      </pc:sldChg>
      <pc:sldChg chg="addSp delSp">
        <pc:chgData name="Wu Zheng" userId="7ffb0a34db43923c" providerId="LiveId" clId="{F632C11D-EA06-4321-AF2B-48065FDA6B74}" dt="2019-06-27T07:32:03.004" v="174"/>
        <pc:sldMkLst>
          <pc:docMk/>
          <pc:sldMk cId="3328971317" sldId="264"/>
        </pc:sldMkLst>
        <pc:spChg chg="add del">
          <ac:chgData name="Wu Zheng" userId="7ffb0a34db43923c" providerId="LiveId" clId="{F632C11D-EA06-4321-AF2B-48065FDA6B74}" dt="2019-06-27T07:32:02.811" v="173" actId="478"/>
          <ac:spMkLst>
            <pc:docMk/>
            <pc:sldMk cId="3328971317" sldId="264"/>
            <ac:spMk id="8" creationId="{5B002605-F420-48AD-B04C-1B8F3514DEE4}"/>
          </ac:spMkLst>
        </pc:spChg>
        <pc:spChg chg="add">
          <ac:chgData name="Wu Zheng" userId="7ffb0a34db43923c" providerId="LiveId" clId="{F632C11D-EA06-4321-AF2B-48065FDA6B74}" dt="2019-06-27T07:32:03.004" v="174"/>
          <ac:spMkLst>
            <pc:docMk/>
            <pc:sldMk cId="3328971317" sldId="264"/>
            <ac:spMk id="9" creationId="{CF3D1184-4336-4CC2-BAB9-6478AE6493FC}"/>
          </ac:spMkLst>
        </pc:spChg>
      </pc:sldChg>
      <pc:sldChg chg="addSp delSp modSp">
        <pc:chgData name="Wu Zheng" userId="7ffb0a34db43923c" providerId="LiveId" clId="{F632C11D-EA06-4321-AF2B-48065FDA6B74}" dt="2019-06-27T07:32:09.654" v="176"/>
        <pc:sldMkLst>
          <pc:docMk/>
          <pc:sldMk cId="524030731" sldId="265"/>
        </pc:sldMkLst>
        <pc:spChg chg="add del">
          <ac:chgData name="Wu Zheng" userId="7ffb0a34db43923c" providerId="LiveId" clId="{F632C11D-EA06-4321-AF2B-48065FDA6B74}" dt="2019-06-27T07:32:09.465" v="175" actId="478"/>
          <ac:spMkLst>
            <pc:docMk/>
            <pc:sldMk cId="524030731" sldId="265"/>
            <ac:spMk id="11" creationId="{274DBEEE-F14C-4395-8829-DB50C4EFDB53}"/>
          </ac:spMkLst>
        </pc:spChg>
        <pc:spChg chg="add">
          <ac:chgData name="Wu Zheng" userId="7ffb0a34db43923c" providerId="LiveId" clId="{F632C11D-EA06-4321-AF2B-48065FDA6B74}" dt="2019-06-27T07:32:09.654" v="176"/>
          <ac:spMkLst>
            <pc:docMk/>
            <pc:sldMk cId="524030731" sldId="265"/>
            <ac:spMk id="12" creationId="{DBCBFB44-013D-4327-9EF2-DCF994907AC4}"/>
          </ac:spMkLst>
        </pc:spChg>
        <pc:graphicFrameChg chg="mod modGraphic">
          <ac:chgData name="Wu Zheng" userId="7ffb0a34db43923c" providerId="LiveId" clId="{F632C11D-EA06-4321-AF2B-48065FDA6B74}" dt="2019-06-27T07:18:56.954" v="28" actId="20577"/>
          <ac:graphicFrameMkLst>
            <pc:docMk/>
            <pc:sldMk cId="524030731" sldId="265"/>
            <ac:graphicFrameMk id="2" creationId="{00000000-0000-0000-0000-000000000000}"/>
          </ac:graphicFrameMkLst>
        </pc:graphicFrameChg>
        <pc:graphicFrameChg chg="mod">
          <ac:chgData name="Wu Zheng" userId="7ffb0a34db43923c" providerId="LiveId" clId="{F632C11D-EA06-4321-AF2B-48065FDA6B74}" dt="2019-06-27T07:16:40.169" v="2" actId="1076"/>
          <ac:graphicFrameMkLst>
            <pc:docMk/>
            <pc:sldMk cId="524030731" sldId="265"/>
            <ac:graphicFrameMk id="10" creationId="{BEE1CE51-3354-234B-B899-B8795FC14EEA}"/>
          </ac:graphicFrameMkLst>
        </pc:graphicFrameChg>
      </pc:sldChg>
      <pc:sldChg chg="add del">
        <pc:chgData name="Wu Zheng" userId="7ffb0a34db43923c" providerId="LiveId" clId="{F632C11D-EA06-4321-AF2B-48065FDA6B74}" dt="2019-06-27T07:19:04.804" v="30" actId="2696"/>
        <pc:sldMkLst>
          <pc:docMk/>
          <pc:sldMk cId="1478064478" sldId="266"/>
        </pc:sldMkLst>
      </pc:sldChg>
      <pc:sldChg chg="addSp delSp modSp add">
        <pc:chgData name="Wu Zheng" userId="7ffb0a34db43923c" providerId="LiveId" clId="{F632C11D-EA06-4321-AF2B-48065FDA6B74}" dt="2019-06-27T07:31:14.687" v="158" actId="207"/>
        <pc:sldMkLst>
          <pc:docMk/>
          <pc:sldMk cId="1951725423" sldId="266"/>
        </pc:sldMkLst>
        <pc:spChg chg="add mod">
          <ac:chgData name="Wu Zheng" userId="7ffb0a34db43923c" providerId="LiveId" clId="{F632C11D-EA06-4321-AF2B-48065FDA6B74}" dt="2019-06-27T07:31:14.687" v="158" actId="207"/>
          <ac:spMkLst>
            <pc:docMk/>
            <pc:sldMk cId="1951725423" sldId="266"/>
            <ac:spMk id="11" creationId="{7C8CB0E6-90DC-4E9E-A97A-43A55B4B393F}"/>
          </ac:spMkLst>
        </pc:spChg>
        <pc:graphicFrameChg chg="mod modGraphic">
          <ac:chgData name="Wu Zheng" userId="7ffb0a34db43923c" providerId="LiveId" clId="{F632C11D-EA06-4321-AF2B-48065FDA6B74}" dt="2019-06-27T07:22:08.604" v="104" actId="20577"/>
          <ac:graphicFrameMkLst>
            <pc:docMk/>
            <pc:sldMk cId="1951725423" sldId="266"/>
            <ac:graphicFrameMk id="2" creationId="{00000000-0000-0000-0000-000000000000}"/>
          </ac:graphicFrameMkLst>
        </pc:graphicFrameChg>
        <pc:graphicFrameChg chg="add mod">
          <ac:chgData name="Wu Zheng" userId="7ffb0a34db43923c" providerId="LiveId" clId="{F632C11D-EA06-4321-AF2B-48065FDA6B74}" dt="2019-06-27T07:20:46.470" v="51"/>
          <ac:graphicFrameMkLst>
            <pc:docMk/>
            <pc:sldMk cId="1951725423" sldId="266"/>
            <ac:graphicFrameMk id="5" creationId="{74F49597-2072-4865-B6F7-12A50877D05A}"/>
          </ac:graphicFrameMkLst>
        </pc:graphicFrameChg>
        <pc:graphicFrameChg chg="add mod">
          <ac:chgData name="Wu Zheng" userId="7ffb0a34db43923c" providerId="LiveId" clId="{F632C11D-EA06-4321-AF2B-48065FDA6B74}" dt="2019-06-27T07:21:53.203" v="76"/>
          <ac:graphicFrameMkLst>
            <pc:docMk/>
            <pc:sldMk cId="1951725423" sldId="266"/>
            <ac:graphicFrameMk id="6" creationId="{32F82795-1A32-443C-BF99-7942892A224E}"/>
          </ac:graphicFrameMkLst>
        </pc:graphicFrameChg>
        <pc:graphicFrameChg chg="add mod">
          <ac:chgData name="Wu Zheng" userId="7ffb0a34db43923c" providerId="LiveId" clId="{F632C11D-EA06-4321-AF2B-48065FDA6B74}" dt="2019-06-27T07:22:32.571" v="108"/>
          <ac:graphicFrameMkLst>
            <pc:docMk/>
            <pc:sldMk cId="1951725423" sldId="266"/>
            <ac:graphicFrameMk id="7" creationId="{F5BB72A9-CF13-49A3-8D60-E0C99BC1CC48}"/>
          </ac:graphicFrameMkLst>
        </pc:graphicFrameChg>
        <pc:graphicFrameChg chg="del">
          <ac:chgData name="Wu Zheng" userId="7ffb0a34db43923c" providerId="LiveId" clId="{F632C11D-EA06-4321-AF2B-48065FDA6B74}" dt="2019-06-27T07:19:24.854" v="33"/>
          <ac:graphicFrameMkLst>
            <pc:docMk/>
            <pc:sldMk cId="1951725423" sldId="266"/>
            <ac:graphicFrameMk id="8" creationId="{241B430B-CB84-B044-8AE6-2C6987028024}"/>
          </ac:graphicFrameMkLst>
        </pc:graphicFrameChg>
        <pc:graphicFrameChg chg="del">
          <ac:chgData name="Wu Zheng" userId="7ffb0a34db43923c" providerId="LiveId" clId="{F632C11D-EA06-4321-AF2B-48065FDA6B74}" dt="2019-06-27T07:19:30.271" v="34"/>
          <ac:graphicFrameMkLst>
            <pc:docMk/>
            <pc:sldMk cId="1951725423" sldId="266"/>
            <ac:graphicFrameMk id="9" creationId="{224092C8-C652-C34C-9722-5D2D36E8A35B}"/>
          </ac:graphicFrameMkLst>
        </pc:graphicFrameChg>
        <pc:graphicFrameChg chg="del">
          <ac:chgData name="Wu Zheng" userId="7ffb0a34db43923c" providerId="LiveId" clId="{F632C11D-EA06-4321-AF2B-48065FDA6B74}" dt="2019-06-27T07:19:33.621" v="35"/>
          <ac:graphicFrameMkLst>
            <pc:docMk/>
            <pc:sldMk cId="1951725423" sldId="266"/>
            <ac:graphicFrameMk id="10" creationId="{BEE1CE51-3354-234B-B899-B8795FC14EEA}"/>
          </ac:graphicFrameMkLst>
        </pc:graphicFrameChg>
      </pc:sldChg>
      <pc:sldMasterChg chg="delSldLayout modSldLayout">
        <pc:chgData name="Wu Zheng" userId="7ffb0a34db43923c" providerId="LiveId" clId="{F632C11D-EA06-4321-AF2B-48065FDA6B74}" dt="2019-06-27T07:27:40.137" v="124" actId="2696"/>
        <pc:sldMasterMkLst>
          <pc:docMk/>
          <pc:sldMasterMk cId="0" sldId="2147483648"/>
        </pc:sldMasterMkLst>
        <pc:sldLayoutChg chg="addSp">
          <pc:chgData name="Wu Zheng" userId="7ffb0a34db43923c" providerId="LiveId" clId="{F632C11D-EA06-4321-AF2B-48065FDA6B74}" dt="2019-06-27T07:26:25.354" v="109"/>
          <pc:sldLayoutMkLst>
            <pc:docMk/>
            <pc:sldMasterMk cId="0" sldId="2147483648"/>
            <pc:sldLayoutMk cId="0" sldId="2147483649"/>
          </pc:sldLayoutMkLst>
          <pc:spChg chg="add">
            <ac:chgData name="Wu Zheng" userId="7ffb0a34db43923c" providerId="LiveId" clId="{F632C11D-EA06-4321-AF2B-48065FDA6B74}" dt="2019-06-27T07:26:25.354" v="109"/>
            <ac:spMkLst>
              <pc:docMk/>
              <pc:sldMasterMk cId="0" sldId="2147483648"/>
              <pc:sldLayoutMk cId="0" sldId="2147483649"/>
              <ac:spMk id="4" creationId="{C2343E99-1A21-4846-A2F2-CAD2EC5199F1}"/>
            </ac:spMkLst>
          </pc:spChg>
        </pc:sldLayoutChg>
        <pc:sldLayoutChg chg="addSp del">
          <pc:chgData name="Wu Zheng" userId="7ffb0a34db43923c" providerId="LiveId" clId="{F632C11D-EA06-4321-AF2B-48065FDA6B74}" dt="2019-06-27T07:27:40.137" v="124" actId="2696"/>
          <pc:sldLayoutMkLst>
            <pc:docMk/>
            <pc:sldMasterMk cId="0" sldId="2147483648"/>
            <pc:sldLayoutMk cId="0" sldId="2147483651"/>
          </pc:sldLayoutMkLst>
          <pc:spChg chg="add">
            <ac:chgData name="Wu Zheng" userId="7ffb0a34db43923c" providerId="LiveId" clId="{F632C11D-EA06-4321-AF2B-48065FDA6B74}" dt="2019-06-27T07:26:27.788" v="110"/>
            <ac:spMkLst>
              <pc:docMk/>
              <pc:sldMasterMk cId="0" sldId="2147483648"/>
              <pc:sldLayoutMk cId="0" sldId="2147483651"/>
              <ac:spMk id="2" creationId="{5B40EBA2-8AC6-4B54-902E-29EC7C528897}"/>
            </ac:spMkLst>
          </pc:spChg>
        </pc:sldLayoutChg>
        <pc:sldLayoutChg chg="addSp">
          <pc:chgData name="Wu Zheng" userId="7ffb0a34db43923c" providerId="LiveId" clId="{F632C11D-EA06-4321-AF2B-48065FDA6B74}" dt="2019-06-27T07:26:29.020" v="111"/>
          <pc:sldLayoutMkLst>
            <pc:docMk/>
            <pc:sldMasterMk cId="0" sldId="2147483648"/>
            <pc:sldLayoutMk cId="0" sldId="2147483652"/>
          </pc:sldLayoutMkLst>
          <pc:spChg chg="add">
            <ac:chgData name="Wu Zheng" userId="7ffb0a34db43923c" providerId="LiveId" clId="{F632C11D-EA06-4321-AF2B-48065FDA6B74}" dt="2019-06-27T07:26:29.020" v="111"/>
            <ac:spMkLst>
              <pc:docMk/>
              <pc:sldMasterMk cId="0" sldId="2147483648"/>
              <pc:sldLayoutMk cId="0" sldId="2147483652"/>
              <ac:spMk id="4" creationId="{505310A7-1A2C-4100-8DEF-ED39AA04B988}"/>
            </ac:spMkLst>
          </pc:spChg>
        </pc:sldLayoutChg>
        <pc:sldLayoutChg chg="addSp">
          <pc:chgData name="Wu Zheng" userId="7ffb0a34db43923c" providerId="LiveId" clId="{F632C11D-EA06-4321-AF2B-48065FDA6B74}" dt="2019-06-27T07:26:29.787" v="112"/>
          <pc:sldLayoutMkLst>
            <pc:docMk/>
            <pc:sldMasterMk cId="0" sldId="2147483648"/>
            <pc:sldLayoutMk cId="0" sldId="2147483653"/>
          </pc:sldLayoutMkLst>
          <pc:spChg chg="add">
            <ac:chgData name="Wu Zheng" userId="7ffb0a34db43923c" providerId="LiveId" clId="{F632C11D-EA06-4321-AF2B-48065FDA6B74}" dt="2019-06-27T07:26:29.787" v="112"/>
            <ac:spMkLst>
              <pc:docMk/>
              <pc:sldMasterMk cId="0" sldId="2147483648"/>
              <pc:sldLayoutMk cId="0" sldId="2147483653"/>
              <ac:spMk id="5" creationId="{FDE09B5D-DD09-4AD5-9FB5-1890623C8D19}"/>
            </ac:spMkLst>
          </pc:spChg>
        </pc:sldLayoutChg>
        <pc:sldLayoutChg chg="addSp">
          <pc:chgData name="Wu Zheng" userId="7ffb0a34db43923c" providerId="LiveId" clId="{F632C11D-EA06-4321-AF2B-48065FDA6B74}" dt="2019-06-27T07:26:30.654" v="113"/>
          <pc:sldLayoutMkLst>
            <pc:docMk/>
            <pc:sldMasterMk cId="0" sldId="2147483648"/>
            <pc:sldLayoutMk cId="0" sldId="2147483654"/>
          </pc:sldLayoutMkLst>
          <pc:spChg chg="add">
            <ac:chgData name="Wu Zheng" userId="7ffb0a34db43923c" providerId="LiveId" clId="{F632C11D-EA06-4321-AF2B-48065FDA6B74}" dt="2019-06-27T07:26:30.654" v="113"/>
            <ac:spMkLst>
              <pc:docMk/>
              <pc:sldMasterMk cId="0" sldId="2147483648"/>
              <pc:sldLayoutMk cId="0" sldId="2147483654"/>
              <ac:spMk id="7" creationId="{7179046B-952E-4223-8FAD-59C782721BA8}"/>
            </ac:spMkLst>
          </pc:spChg>
        </pc:sldLayoutChg>
        <pc:sldLayoutChg chg="addSp">
          <pc:chgData name="Wu Zheng" userId="7ffb0a34db43923c" providerId="LiveId" clId="{F632C11D-EA06-4321-AF2B-48065FDA6B74}" dt="2019-06-27T07:26:32.009" v="114"/>
          <pc:sldLayoutMkLst>
            <pc:docMk/>
            <pc:sldMasterMk cId="0" sldId="2147483648"/>
            <pc:sldLayoutMk cId="0" sldId="2147483655"/>
          </pc:sldLayoutMkLst>
          <pc:spChg chg="add">
            <ac:chgData name="Wu Zheng" userId="7ffb0a34db43923c" providerId="LiveId" clId="{F632C11D-EA06-4321-AF2B-48065FDA6B74}" dt="2019-06-27T07:26:32.009" v="114"/>
            <ac:spMkLst>
              <pc:docMk/>
              <pc:sldMasterMk cId="0" sldId="2147483648"/>
              <pc:sldLayoutMk cId="0" sldId="2147483655"/>
              <ac:spMk id="5" creationId="{FCBAEE70-DB9E-459D-B74D-1804391BD48E}"/>
            </ac:spMkLst>
          </pc:spChg>
        </pc:sldLayoutChg>
        <pc:sldLayoutChg chg="addSp">
          <pc:chgData name="Wu Zheng" userId="7ffb0a34db43923c" providerId="LiveId" clId="{F632C11D-EA06-4321-AF2B-48065FDA6B74}" dt="2019-06-27T07:26:32.937" v="115"/>
          <pc:sldLayoutMkLst>
            <pc:docMk/>
            <pc:sldMasterMk cId="0" sldId="2147483648"/>
            <pc:sldLayoutMk cId="0" sldId="2147483656"/>
          </pc:sldLayoutMkLst>
          <pc:spChg chg="add">
            <ac:chgData name="Wu Zheng" userId="7ffb0a34db43923c" providerId="LiveId" clId="{F632C11D-EA06-4321-AF2B-48065FDA6B74}" dt="2019-06-27T07:26:32.937" v="115"/>
            <ac:spMkLst>
              <pc:docMk/>
              <pc:sldMasterMk cId="0" sldId="2147483648"/>
              <pc:sldLayoutMk cId="0" sldId="2147483656"/>
              <ac:spMk id="5" creationId="{6A04F8DA-85CD-463D-94A0-D44D01450435}"/>
            </ac:spMkLst>
          </pc:spChg>
        </pc:sldLayoutChg>
        <pc:sldLayoutChg chg="addSp">
          <pc:chgData name="Wu Zheng" userId="7ffb0a34db43923c" providerId="LiveId" clId="{F632C11D-EA06-4321-AF2B-48065FDA6B74}" dt="2019-06-27T07:26:33.787" v="116"/>
          <pc:sldLayoutMkLst>
            <pc:docMk/>
            <pc:sldMasterMk cId="0" sldId="2147483648"/>
            <pc:sldLayoutMk cId="0" sldId="2147483657"/>
          </pc:sldLayoutMkLst>
          <pc:spChg chg="add">
            <ac:chgData name="Wu Zheng" userId="7ffb0a34db43923c" providerId="LiveId" clId="{F632C11D-EA06-4321-AF2B-48065FDA6B74}" dt="2019-06-27T07:26:33.787" v="116"/>
            <ac:spMkLst>
              <pc:docMk/>
              <pc:sldMasterMk cId="0" sldId="2147483648"/>
              <pc:sldLayoutMk cId="0" sldId="2147483657"/>
              <ac:spMk id="6" creationId="{206D1163-BFA5-4294-86E7-0D578D9BC241}"/>
            </ac:spMkLst>
          </pc:spChg>
        </pc:sldLayoutChg>
        <pc:sldLayoutChg chg="addSp">
          <pc:chgData name="Wu Zheng" userId="7ffb0a34db43923c" providerId="LiveId" clId="{F632C11D-EA06-4321-AF2B-48065FDA6B74}" dt="2019-06-27T07:26:34.671" v="117"/>
          <pc:sldLayoutMkLst>
            <pc:docMk/>
            <pc:sldMasterMk cId="0" sldId="2147483648"/>
            <pc:sldLayoutMk cId="0" sldId="2147483658"/>
          </pc:sldLayoutMkLst>
          <pc:spChg chg="add">
            <ac:chgData name="Wu Zheng" userId="7ffb0a34db43923c" providerId="LiveId" clId="{F632C11D-EA06-4321-AF2B-48065FDA6B74}" dt="2019-06-27T07:26:34.671" v="117"/>
            <ac:spMkLst>
              <pc:docMk/>
              <pc:sldMasterMk cId="0" sldId="2147483648"/>
              <pc:sldLayoutMk cId="0" sldId="2147483658"/>
              <ac:spMk id="6" creationId="{24CBAEE3-B67E-4E59-AB32-CD698C85B93D}"/>
            </ac:spMkLst>
          </pc:spChg>
        </pc:sldLayoutChg>
        <pc:sldLayoutChg chg="addSp">
          <pc:chgData name="Wu Zheng" userId="7ffb0a34db43923c" providerId="LiveId" clId="{F632C11D-EA06-4321-AF2B-48065FDA6B74}" dt="2019-06-27T07:26:35.269" v="118"/>
          <pc:sldLayoutMkLst>
            <pc:docMk/>
            <pc:sldMasterMk cId="0" sldId="2147483648"/>
            <pc:sldLayoutMk cId="0" sldId="2147483659"/>
          </pc:sldLayoutMkLst>
          <pc:spChg chg="add">
            <ac:chgData name="Wu Zheng" userId="7ffb0a34db43923c" providerId="LiveId" clId="{F632C11D-EA06-4321-AF2B-48065FDA6B74}" dt="2019-06-27T07:26:35.269" v="118"/>
            <ac:spMkLst>
              <pc:docMk/>
              <pc:sldMasterMk cId="0" sldId="2147483648"/>
              <pc:sldLayoutMk cId="0" sldId="2147483659"/>
              <ac:spMk id="6" creationId="{3E858FBD-2229-4F8C-A36F-195F0FEBF363}"/>
            </ac:spMkLst>
          </pc:spChg>
        </pc:sldLayoutChg>
        <pc:sldLayoutChg chg="addSp">
          <pc:chgData name="Wu Zheng" userId="7ffb0a34db43923c" providerId="LiveId" clId="{F632C11D-EA06-4321-AF2B-48065FDA6B74}" dt="2019-06-27T07:26:36.020" v="119"/>
          <pc:sldLayoutMkLst>
            <pc:docMk/>
            <pc:sldMasterMk cId="0" sldId="2147483648"/>
            <pc:sldLayoutMk cId="0" sldId="2147483660"/>
          </pc:sldLayoutMkLst>
          <pc:spChg chg="add">
            <ac:chgData name="Wu Zheng" userId="7ffb0a34db43923c" providerId="LiveId" clId="{F632C11D-EA06-4321-AF2B-48065FDA6B74}" dt="2019-06-27T07:26:36.020" v="119"/>
            <ac:spMkLst>
              <pc:docMk/>
              <pc:sldMasterMk cId="0" sldId="2147483648"/>
              <pc:sldLayoutMk cId="0" sldId="2147483660"/>
              <ac:spMk id="11" creationId="{7D6FA198-0CE7-4A68-A098-F47CC702A845}"/>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75E75F-6FDC-214C-8DBB-75D90FEFE7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BC64EF6-1804-F64A-936E-B7C2097DE6B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269536-5AB7-984B-A64F-6D46C9ADDEB5}" type="datetimeFigureOut">
              <a:rPr lang="en-US" smtClean="0"/>
              <a:t>7/2/19</a:t>
            </a:fld>
            <a:endParaRPr lang="en-US"/>
          </a:p>
        </p:txBody>
      </p:sp>
      <p:sp>
        <p:nvSpPr>
          <p:cNvPr id="4" name="Footer Placeholder 3">
            <a:extLst>
              <a:ext uri="{FF2B5EF4-FFF2-40B4-BE49-F238E27FC236}">
                <a16:creationId xmlns:a16="http://schemas.microsoft.com/office/drawing/2014/main" id="{C355094E-BFD5-F640-8564-965487721EB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58E093-4E36-F846-9995-A16E164E4E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609E06-A19D-6046-81C9-35A89CB59C0C}" type="slidenum">
              <a:rPr lang="en-US" smtClean="0"/>
              <a:t>‹#›</a:t>
            </a:fld>
            <a:endParaRPr lang="en-US"/>
          </a:p>
        </p:txBody>
      </p:sp>
    </p:spTree>
    <p:extLst>
      <p:ext uri="{BB962C8B-B14F-4D97-AF65-F5344CB8AC3E}">
        <p14:creationId xmlns:p14="http://schemas.microsoft.com/office/powerpoint/2010/main" val="10536951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F525C2-5681-6440-9E40-2FED502B9772}" type="datetimeFigureOut">
              <a:rPr lang="en-US" smtClean="0"/>
              <a:t>7/2/19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0E167E-5E6D-EF43-BF7D-2841E7995436}" type="slidenum">
              <a:rPr lang="en-US" smtClean="0"/>
              <a:t>‹#›</a:t>
            </a:fld>
            <a:endParaRPr lang="en-US"/>
          </a:p>
        </p:txBody>
      </p:sp>
    </p:spTree>
    <p:extLst>
      <p:ext uri="{BB962C8B-B14F-4D97-AF65-F5344CB8AC3E}">
        <p14:creationId xmlns:p14="http://schemas.microsoft.com/office/powerpoint/2010/main" val="13542547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封面">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70233"/>
            <a:ext cx="9144000" cy="2387600"/>
          </a:xfrm>
        </p:spPr>
        <p:txBody>
          <a:bodyPr anchor="b"/>
          <a:lstStyle>
            <a:lvl1pPr lvl="0" algn="ctr">
              <a:defRPr sz="6000"/>
            </a:lvl1pPr>
          </a:lstStyle>
          <a:p>
            <a:r>
              <a:rPr lang="zh-CN"/>
              <a:t>单击此处编辑母版标题样式</a:t>
            </a:r>
          </a:p>
        </p:txBody>
      </p:sp>
      <p:sp>
        <p:nvSpPr>
          <p:cNvPr id="3" name="副标题 2"/>
          <p:cNvSpPr>
            <a:spLocks noGrp="1"/>
          </p:cNvSpPr>
          <p:nvPr>
            <p:ph type="subTitle" idx="1"/>
          </p:nvPr>
        </p:nvSpPr>
        <p:spPr>
          <a:xfrm>
            <a:off x="1524000" y="3949908"/>
            <a:ext cx="9144000" cy="1655762"/>
          </a:xfr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t>单击此处编辑母版副标题样式</a:t>
            </a:r>
          </a:p>
        </p:txBody>
      </p:sp>
      <p:sp>
        <p:nvSpPr>
          <p:cNvPr id="4" name="Slide Number Placeholder 3">
            <a:extLst>
              <a:ext uri="{FF2B5EF4-FFF2-40B4-BE49-F238E27FC236}">
                <a16:creationId xmlns:a16="http://schemas.microsoft.com/office/drawing/2014/main" id="{C2343E99-1A21-4846-A2F2-CAD2EC5199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471199"/>
            <a:ext cx="10515600" cy="2852737"/>
          </a:xfrm>
        </p:spPr>
        <p:txBody>
          <a:bodyPr anchor="b"/>
          <a:lstStyle>
            <a:lvl1pPr lvl="0">
              <a:defRPr sz="6000"/>
            </a:lvl1pPr>
          </a:lstStyle>
          <a:p>
            <a:r>
              <a:rPr lang="zh-CN"/>
              <a:t>单击此处编辑母版标题样式</a:t>
            </a:r>
          </a:p>
        </p:txBody>
      </p:sp>
      <p:sp>
        <p:nvSpPr>
          <p:cNvPr id="3" name="文本占位符 2"/>
          <p:cNvSpPr>
            <a:spLocks noGrp="1"/>
          </p:cNvSpPr>
          <p:nvPr>
            <p:ph type="body" idx="1"/>
          </p:nvPr>
        </p:nvSpPr>
        <p:spPr>
          <a:xfrm>
            <a:off x="831850" y="4350924"/>
            <a:ext cx="10515600" cy="1500187"/>
          </a:xfr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zh-CN"/>
              <a:t>单击此处编辑母版文本样式</a:t>
            </a:r>
          </a:p>
        </p:txBody>
      </p:sp>
      <p:sp>
        <p:nvSpPr>
          <p:cNvPr id="4" name="Slide Number Placeholder 3">
            <a:extLst>
              <a:ext uri="{FF2B5EF4-FFF2-40B4-BE49-F238E27FC236}">
                <a16:creationId xmlns:a16="http://schemas.microsoft.com/office/drawing/2014/main" id="{505310A7-1A2C-4100-8DEF-ED39AA04B9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a:xfrm>
            <a:off x="838200" y="1825625"/>
            <a:ext cx="5181600" cy="4351338"/>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4" name="内容占位符 3"/>
          <p:cNvSpPr>
            <a:spLocks noGrp="1"/>
          </p:cNvSpPr>
          <p:nvPr>
            <p:ph idx="2"/>
          </p:nvPr>
        </p:nvSpPr>
        <p:spPr>
          <a:xfrm>
            <a:off x="6172200" y="1825625"/>
            <a:ext cx="5181600" cy="4351338"/>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5" name="Slide Number Placeholder 3">
            <a:extLst>
              <a:ext uri="{FF2B5EF4-FFF2-40B4-BE49-F238E27FC236}">
                <a16:creationId xmlns:a16="http://schemas.microsoft.com/office/drawing/2014/main" id="{FDE09B5D-DD09-4AD5-9FB5-1890623C8D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对比内容">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t>单击此处编辑母版文本样式</a:t>
            </a:r>
          </a:p>
        </p:txBody>
      </p:sp>
      <p:sp>
        <p:nvSpPr>
          <p:cNvPr id="4" name="内容占位符 3"/>
          <p:cNvSpPr>
            <a:spLocks noGrp="1"/>
          </p:cNvSpPr>
          <p:nvPr>
            <p:ph idx="2"/>
          </p:nvPr>
        </p:nvSpPr>
        <p:spPr>
          <a:xfrm>
            <a:off x="839788" y="2505075"/>
            <a:ext cx="5157787" cy="3684588"/>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5" name="文本占位符 4"/>
          <p:cNvSpPr>
            <a:spLocks noGrp="1"/>
          </p:cNvSpPr>
          <p:nvPr>
            <p:ph type="body" idx="3"/>
          </p:nvPr>
        </p:nvSpPr>
        <p:spPr>
          <a:xfrm>
            <a:off x="6172200" y="1681163"/>
            <a:ext cx="5183188" cy="82391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t>单击此处编辑母版文本样式</a:t>
            </a:r>
          </a:p>
        </p:txBody>
      </p:sp>
      <p:sp>
        <p:nvSpPr>
          <p:cNvPr id="6" name="内容占位符 5"/>
          <p:cNvSpPr>
            <a:spLocks noGrp="1"/>
          </p:cNvSpPr>
          <p:nvPr>
            <p:ph idx="4"/>
          </p:nvPr>
        </p:nvSpPr>
        <p:spPr>
          <a:xfrm>
            <a:off x="6172200" y="2505075"/>
            <a:ext cx="5183188" cy="3684588"/>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7" name="Slide Number Placeholder 3">
            <a:extLst>
              <a:ext uri="{FF2B5EF4-FFF2-40B4-BE49-F238E27FC236}">
                <a16:creationId xmlns:a16="http://schemas.microsoft.com/office/drawing/2014/main" id="{7179046B-952E-4223-8FAD-59C782721BA8}"/>
              </a:ext>
            </a:extLst>
          </p:cNvPr>
          <p:cNvSpPr>
            <a:spLocks noGrp="1"/>
          </p:cNvSpPr>
          <p:nvPr>
            <p:ph type="sldNum" sz="quarter" idx="10"/>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723106"/>
            <a:ext cx="3932237" cy="1600200"/>
          </a:xfrm>
        </p:spPr>
        <p:txBody>
          <a:bodyPr anchor="b"/>
          <a:lstStyle>
            <a:lvl1pPr lvl="0">
              <a:defRPr sz="3200"/>
            </a:lvl1pPr>
          </a:lstStyle>
          <a:p>
            <a:r>
              <a:rPr lang="zh-CN"/>
              <a:t>单击此处编辑母版标题样式</a:t>
            </a:r>
          </a:p>
        </p:txBody>
      </p:sp>
      <p:sp>
        <p:nvSpPr>
          <p:cNvPr id="3" name="内容占位符 2"/>
          <p:cNvSpPr>
            <a:spLocks noGrp="1"/>
          </p:cNvSpPr>
          <p:nvPr>
            <p:ph idx="1"/>
          </p:nvPr>
        </p:nvSpPr>
        <p:spPr>
          <a:xfrm>
            <a:off x="5183188" y="723106"/>
            <a:ext cx="6172200" cy="5411787"/>
          </a:xfr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4" name="文本占位符 3"/>
          <p:cNvSpPr>
            <a:spLocks noGrp="1"/>
          </p:cNvSpPr>
          <p:nvPr>
            <p:ph type="body" idx="2"/>
          </p:nvPr>
        </p:nvSpPr>
        <p:spPr>
          <a:xfrm>
            <a:off x="839788" y="2323306"/>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p>
        </p:txBody>
      </p:sp>
      <p:sp>
        <p:nvSpPr>
          <p:cNvPr id="5" name="Slide Number Placeholder 3">
            <a:extLst>
              <a:ext uri="{FF2B5EF4-FFF2-40B4-BE49-F238E27FC236}">
                <a16:creationId xmlns:a16="http://schemas.microsoft.com/office/drawing/2014/main" id="{FCBAEE70-DB9E-459D-B74D-1804391BD4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727074"/>
            <a:ext cx="3932237" cy="1600200"/>
          </a:xfrm>
        </p:spPr>
        <p:txBody>
          <a:bodyPr anchor="b"/>
          <a:lstStyle>
            <a:lvl1pPr lvl="0">
              <a:defRPr sz="3200"/>
            </a:lvl1pPr>
          </a:lstStyle>
          <a:p>
            <a:r>
              <a:rPr lang="zh-CN"/>
              <a:t>单击此处编辑母版标题样式</a:t>
            </a:r>
          </a:p>
        </p:txBody>
      </p:sp>
      <p:sp>
        <p:nvSpPr>
          <p:cNvPr id="3" name="图片占位符 2"/>
          <p:cNvSpPr>
            <a:spLocks noGrp="1"/>
          </p:cNvSpPr>
          <p:nvPr>
            <p:ph type="pic" idx="1"/>
          </p:nvPr>
        </p:nvSpPr>
        <p:spPr>
          <a:xfrm>
            <a:off x="5183188" y="727075"/>
            <a:ext cx="6172200" cy="5403850"/>
          </a:xfr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endParaRPr lang="zh-CN"/>
          </a:p>
        </p:txBody>
      </p:sp>
      <p:sp>
        <p:nvSpPr>
          <p:cNvPr id="4" name="文本占位符 3"/>
          <p:cNvSpPr>
            <a:spLocks noGrp="1"/>
          </p:cNvSpPr>
          <p:nvPr>
            <p:ph type="body" idx="2"/>
          </p:nvPr>
        </p:nvSpPr>
        <p:spPr>
          <a:xfrm>
            <a:off x="839788" y="2327274"/>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p>
        </p:txBody>
      </p:sp>
      <p:sp>
        <p:nvSpPr>
          <p:cNvPr id="5" name="Slide Number Placeholder 3">
            <a:extLst>
              <a:ext uri="{FF2B5EF4-FFF2-40B4-BE49-F238E27FC236}">
                <a16:creationId xmlns:a16="http://schemas.microsoft.com/office/drawing/2014/main" id="{6A04F8DA-85CD-463D-94A0-D44D014504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表格与标题">
    <p:spTree>
      <p:nvGrpSpPr>
        <p:cNvPr id="1" name=""/>
        <p:cNvGrpSpPr/>
        <p:nvPr/>
      </p:nvGrpSpPr>
      <p:grpSpPr>
        <a:xfrm>
          <a:off x="0" y="0"/>
          <a:ext cx="0" cy="0"/>
          <a:chOff x="0" y="0"/>
          <a:chExt cx="0" cy="0"/>
        </a:xfrm>
      </p:grpSpPr>
      <p:sp>
        <p:nvSpPr>
          <p:cNvPr id="3" name="标题 1"/>
          <p:cNvSpPr>
            <a:spLocks noGrp="1"/>
          </p:cNvSpPr>
          <p:nvPr>
            <p:ph type="title"/>
          </p:nvPr>
        </p:nvSpPr>
        <p:spPr>
          <a:xfrm>
            <a:off x="839788" y="727074"/>
            <a:ext cx="3932237" cy="1600200"/>
          </a:xfrm>
        </p:spPr>
        <p:txBody>
          <a:bodyPr anchor="b"/>
          <a:lstStyle>
            <a:lvl1pPr lvl="0">
              <a:defRPr sz="3200"/>
            </a:lvl1pPr>
          </a:lstStyle>
          <a:p>
            <a:r>
              <a:rPr lang="zh-CN"/>
              <a:t>单击此处编辑母版标题样式</a:t>
            </a:r>
          </a:p>
        </p:txBody>
      </p:sp>
      <p:sp>
        <p:nvSpPr>
          <p:cNvPr id="5" name="文本占位符 3"/>
          <p:cNvSpPr>
            <a:spLocks noGrp="1"/>
          </p:cNvSpPr>
          <p:nvPr>
            <p:ph type="body" idx="2"/>
          </p:nvPr>
        </p:nvSpPr>
        <p:spPr>
          <a:xfrm>
            <a:off x="839788" y="2327274"/>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t>单击此处编辑母版文本样式</a:t>
            </a:r>
          </a:p>
        </p:txBody>
      </p:sp>
      <p:sp>
        <p:nvSpPr>
          <p:cNvPr id="7" name="表格占位符 6"/>
          <p:cNvSpPr>
            <a:spLocks noGrp="1"/>
          </p:cNvSpPr>
          <p:nvPr>
            <p:ph type="tbl" idx="10"/>
          </p:nvPr>
        </p:nvSpPr>
        <p:spPr>
          <a:xfrm>
            <a:off x="5172891" y="719137"/>
            <a:ext cx="6179322" cy="5419726"/>
          </a:xfrm>
        </p:spPr>
        <p:txBody>
          <a:bodyPr/>
          <a:lstStyle/>
          <a:p>
            <a:endParaRPr lang="zh-CN"/>
          </a:p>
        </p:txBody>
      </p:sp>
      <p:sp>
        <p:nvSpPr>
          <p:cNvPr id="6" name="Slide Number Placeholder 3">
            <a:extLst>
              <a:ext uri="{FF2B5EF4-FFF2-40B4-BE49-F238E27FC236}">
                <a16:creationId xmlns:a16="http://schemas.microsoft.com/office/drawing/2014/main" id="{206D1163-BFA5-4294-86E7-0D578D9BC2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三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a:xfrm>
            <a:off x="838200" y="1825625"/>
            <a:ext cx="3299791" cy="4351338"/>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4" name="内容占位符 3"/>
          <p:cNvSpPr>
            <a:spLocks noGrp="1"/>
          </p:cNvSpPr>
          <p:nvPr>
            <p:ph idx="2"/>
          </p:nvPr>
        </p:nvSpPr>
        <p:spPr>
          <a:xfrm>
            <a:off x="4446104" y="1825625"/>
            <a:ext cx="3299791" cy="4351338"/>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5" name="内容占位符 3"/>
          <p:cNvSpPr>
            <a:spLocks noGrp="1"/>
          </p:cNvSpPr>
          <p:nvPr>
            <p:ph idx="10"/>
          </p:nvPr>
        </p:nvSpPr>
        <p:spPr>
          <a:xfrm>
            <a:off x="8054009" y="1825625"/>
            <a:ext cx="3299791" cy="4351338"/>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6" name="Slide Number Placeholder 3">
            <a:extLst>
              <a:ext uri="{FF2B5EF4-FFF2-40B4-BE49-F238E27FC236}">
                <a16:creationId xmlns:a16="http://schemas.microsoft.com/office/drawing/2014/main" id="{24CBAEE3-B67E-4E59-AB32-CD698C85B9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两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4" name="内容占位符 3"/>
          <p:cNvSpPr>
            <a:spLocks noGrp="1"/>
          </p:cNvSpPr>
          <p:nvPr>
            <p:ph idx="10"/>
          </p:nvPr>
        </p:nvSpPr>
        <p:spPr>
          <a:xfrm>
            <a:off x="838200" y="1690688"/>
            <a:ext cx="10515600" cy="2172811"/>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5" name="内容占位符 3"/>
          <p:cNvSpPr>
            <a:spLocks noGrp="1"/>
          </p:cNvSpPr>
          <p:nvPr>
            <p:ph idx="11"/>
          </p:nvPr>
        </p:nvSpPr>
        <p:spPr>
          <a:xfrm>
            <a:off x="838200" y="3863500"/>
            <a:ext cx="10515600" cy="2241232"/>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6" name="Slide Number Placeholder 3">
            <a:extLst>
              <a:ext uri="{FF2B5EF4-FFF2-40B4-BE49-F238E27FC236}">
                <a16:creationId xmlns:a16="http://schemas.microsoft.com/office/drawing/2014/main" id="{3E858FBD-2229-4F8C-A36F-195F0FEBF3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多张图片">
    <p:spTree>
      <p:nvGrpSpPr>
        <p:cNvPr id="1" name=""/>
        <p:cNvGrpSpPr/>
        <p:nvPr/>
      </p:nvGrpSpPr>
      <p:grpSpPr>
        <a:xfrm>
          <a:off x="0" y="0"/>
          <a:ext cx="0" cy="0"/>
          <a:chOff x="0" y="0"/>
          <a:chExt cx="0" cy="0"/>
        </a:xfrm>
      </p:grpSpPr>
      <p:sp>
        <p:nvSpPr>
          <p:cNvPr id="3" name="标题 1"/>
          <p:cNvSpPr>
            <a:spLocks noGrp="1"/>
          </p:cNvSpPr>
          <p:nvPr>
            <p:ph type="title"/>
          </p:nvPr>
        </p:nvSpPr>
        <p:spPr>
          <a:xfrm>
            <a:off x="838200" y="365125"/>
            <a:ext cx="10515600" cy="1325563"/>
          </a:xfrm>
        </p:spPr>
        <p:txBody>
          <a:bodyPr/>
          <a:lstStyle/>
          <a:p>
            <a:r>
              <a:rPr lang="zh-CN"/>
              <a:t>单击此处编辑母版标题样式</a:t>
            </a:r>
          </a:p>
        </p:txBody>
      </p:sp>
      <p:sp>
        <p:nvSpPr>
          <p:cNvPr id="7" name="图片占位符 6"/>
          <p:cNvSpPr>
            <a:spLocks noGrp="1"/>
          </p:cNvSpPr>
          <p:nvPr>
            <p:ph type="pic" idx="10"/>
          </p:nvPr>
        </p:nvSpPr>
        <p:spPr>
          <a:xfrm>
            <a:off x="838200" y="1690689"/>
            <a:ext cx="5257800" cy="2338886"/>
          </a:xfrm>
        </p:spPr>
        <p:txBody>
          <a:bodyPr/>
          <a:lstStyle/>
          <a:p>
            <a:endParaRPr lang="zh-CN"/>
          </a:p>
        </p:txBody>
      </p:sp>
      <p:sp>
        <p:nvSpPr>
          <p:cNvPr id="8" name="图片占位符 6"/>
          <p:cNvSpPr>
            <a:spLocks noGrp="1"/>
          </p:cNvSpPr>
          <p:nvPr>
            <p:ph type="pic" idx="11"/>
          </p:nvPr>
        </p:nvSpPr>
        <p:spPr>
          <a:xfrm>
            <a:off x="6096001" y="1690689"/>
            <a:ext cx="5257802" cy="2338886"/>
          </a:xfrm>
        </p:spPr>
        <p:txBody>
          <a:bodyPr/>
          <a:lstStyle/>
          <a:p>
            <a:endParaRPr lang="zh-CN"/>
          </a:p>
        </p:txBody>
      </p:sp>
      <p:sp>
        <p:nvSpPr>
          <p:cNvPr id="9" name="图片占位符 6"/>
          <p:cNvSpPr>
            <a:spLocks noGrp="1"/>
          </p:cNvSpPr>
          <p:nvPr>
            <p:ph type="pic" idx="12"/>
          </p:nvPr>
        </p:nvSpPr>
        <p:spPr>
          <a:xfrm>
            <a:off x="838200" y="4029575"/>
            <a:ext cx="5257800" cy="2338886"/>
          </a:xfrm>
        </p:spPr>
        <p:txBody>
          <a:bodyPr/>
          <a:lstStyle/>
          <a:p>
            <a:endParaRPr lang="zh-CN"/>
          </a:p>
        </p:txBody>
      </p:sp>
      <p:sp>
        <p:nvSpPr>
          <p:cNvPr id="10" name="图片占位符 6"/>
          <p:cNvSpPr>
            <a:spLocks noGrp="1"/>
          </p:cNvSpPr>
          <p:nvPr>
            <p:ph type="pic" idx="13"/>
          </p:nvPr>
        </p:nvSpPr>
        <p:spPr>
          <a:xfrm>
            <a:off x="6096001" y="4029575"/>
            <a:ext cx="5257802" cy="2338886"/>
          </a:xfrm>
        </p:spPr>
        <p:txBody>
          <a:bodyPr/>
          <a:lstStyle/>
          <a:p>
            <a:endParaRPr lang="zh-CN"/>
          </a:p>
        </p:txBody>
      </p:sp>
      <p:sp>
        <p:nvSpPr>
          <p:cNvPr id="11" name="Slide Number Placeholder 3">
            <a:extLst>
              <a:ext uri="{FF2B5EF4-FFF2-40B4-BE49-F238E27FC236}">
                <a16:creationId xmlns:a16="http://schemas.microsoft.com/office/drawing/2014/main" id="{7D6FA198-0CE7-4A68-A098-F47CC702A8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4" name="Slide Number Placeholder 3">
            <a:extLst>
              <a:ext uri="{FF2B5EF4-FFF2-40B4-BE49-F238E27FC236}">
                <a16:creationId xmlns:a16="http://schemas.microsoft.com/office/drawing/2014/main" id="{9E522292-FB0C-4E54-9E7D-E6DB5E2AAE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6714F-7035-4D30-9C9D-FBA3B4404DC2}"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dt="0"/>
  <p:txStyles>
    <p:titleStyle>
      <a:lvl1pPr lvl="0" algn="l" defTabSz="914400">
        <a:lnSpc>
          <a:spcPct val="90000"/>
        </a:lnSpc>
        <a:spcBef>
          <a:spcPct val="0"/>
        </a:spcBef>
        <a:buNone/>
        <a:defRPr sz="4400" kern="1200">
          <a:solidFill>
            <a:schemeClr val="tx1"/>
          </a:solidFill>
          <a:latin typeface="微软雅黑"/>
          <a:ea typeface="微软雅黑"/>
        </a:defRPr>
      </a:lvl1pPr>
    </p:titleStyle>
    <p:bodyStyle>
      <a:lvl1pPr marL="228600" lvl="0" indent="-228600" algn="l" defTabSz="914400">
        <a:lnSpc>
          <a:spcPct val="90000"/>
        </a:lnSpc>
        <a:spcBef>
          <a:spcPts val="1000"/>
        </a:spcBef>
        <a:buFont typeface="Arial" charset="0"/>
        <a:buChar char="•"/>
        <a:defRPr sz="2800" kern="1200">
          <a:solidFill>
            <a:schemeClr val="tx1"/>
          </a:solidFill>
          <a:latin typeface="微软雅黑"/>
          <a:ea typeface="微软雅黑"/>
        </a:defRPr>
      </a:lvl1pPr>
      <a:lvl2pPr marL="685800" lvl="1" indent="-228600" algn="l" defTabSz="914400">
        <a:lnSpc>
          <a:spcPct val="90000"/>
        </a:lnSpc>
        <a:spcBef>
          <a:spcPts val="500"/>
        </a:spcBef>
        <a:buFont typeface="Arial" charset="0"/>
        <a:buChar char="•"/>
        <a:defRPr sz="2400" kern="1200">
          <a:solidFill>
            <a:schemeClr val="tx1"/>
          </a:solidFill>
          <a:latin typeface="微软雅黑"/>
          <a:ea typeface="微软雅黑"/>
        </a:defRPr>
      </a:lvl2pPr>
      <a:lvl3pPr marL="1143000" lvl="2" indent="-228600" algn="l" defTabSz="914400">
        <a:lnSpc>
          <a:spcPct val="90000"/>
        </a:lnSpc>
        <a:spcBef>
          <a:spcPts val="500"/>
        </a:spcBef>
        <a:buFont typeface="Arial" charset="0"/>
        <a:buChar char="•"/>
        <a:defRPr sz="2000" kern="1200">
          <a:solidFill>
            <a:schemeClr val="tx1"/>
          </a:solidFill>
          <a:latin typeface="微软雅黑"/>
          <a:ea typeface="微软雅黑"/>
        </a:defRPr>
      </a:lvl3pPr>
      <a:lvl4pPr marL="1600200" lvl="3" indent="-228600" algn="l" defTabSz="914400">
        <a:lnSpc>
          <a:spcPct val="90000"/>
        </a:lnSpc>
        <a:spcBef>
          <a:spcPts val="500"/>
        </a:spcBef>
        <a:buFont typeface="Arial" charset="0"/>
        <a:buChar char="•"/>
        <a:defRPr sz="1800" kern="1200">
          <a:solidFill>
            <a:schemeClr val="tx1"/>
          </a:solidFill>
          <a:latin typeface="微软雅黑"/>
          <a:ea typeface="微软雅黑"/>
        </a:defRPr>
      </a:lvl4pPr>
      <a:lvl5pPr marL="2057400" lvl="4" indent="-228600" algn="l" defTabSz="914400">
        <a:lnSpc>
          <a:spcPct val="90000"/>
        </a:lnSpc>
        <a:spcBef>
          <a:spcPts val="500"/>
        </a:spcBef>
        <a:buFont typeface="Arial" charset="0"/>
        <a:buChar char="•"/>
        <a:defRPr sz="1800" kern="1200">
          <a:solidFill>
            <a:schemeClr val="tx1"/>
          </a:solidFill>
          <a:latin typeface="微软雅黑"/>
          <a:ea typeface="微软雅黑"/>
        </a:defRPr>
      </a:lvl5pPr>
      <a:lvl6pPr marL="2514600" lvl="5" indent="-228600" algn="l" defTabSz="914400">
        <a:lnSpc>
          <a:spcPct val="90000"/>
        </a:lnSpc>
        <a:spcBef>
          <a:spcPts val="500"/>
        </a:spcBef>
        <a:buFont typeface="Arial" charset="0"/>
        <a:buChar char="•"/>
        <a:defRPr sz="1800" kern="1200">
          <a:solidFill>
            <a:schemeClr val="tx1"/>
          </a:solidFill>
          <a:latin typeface="Arial"/>
          <a:ea typeface="微软雅黑"/>
        </a:defRPr>
      </a:lvl6pPr>
      <a:lvl7pPr marL="2971800" lvl="6" indent="-228600" algn="l" defTabSz="914400">
        <a:lnSpc>
          <a:spcPct val="90000"/>
        </a:lnSpc>
        <a:spcBef>
          <a:spcPts val="500"/>
        </a:spcBef>
        <a:buFont typeface="Arial" charset="0"/>
        <a:buChar char="•"/>
        <a:defRPr sz="1800" kern="1200">
          <a:solidFill>
            <a:schemeClr val="tx1"/>
          </a:solidFill>
          <a:latin typeface="Arial"/>
          <a:ea typeface="微软雅黑"/>
        </a:defRPr>
      </a:lvl7pPr>
      <a:lvl8pPr marL="3429000" lvl="7" indent="-228600" algn="l" defTabSz="914400">
        <a:lnSpc>
          <a:spcPct val="90000"/>
        </a:lnSpc>
        <a:spcBef>
          <a:spcPts val="500"/>
        </a:spcBef>
        <a:buFont typeface="Arial" charset="0"/>
        <a:buChar char="•"/>
        <a:defRPr sz="1800" kern="1200">
          <a:solidFill>
            <a:schemeClr val="tx1"/>
          </a:solidFill>
          <a:latin typeface="Arial"/>
          <a:ea typeface="微软雅黑"/>
        </a:defRPr>
      </a:lvl8pPr>
      <a:lvl9pPr marL="3886200" lvl="8" indent="-228600" algn="l" defTabSz="914400">
        <a:lnSpc>
          <a:spcPct val="90000"/>
        </a:lnSpc>
        <a:spcBef>
          <a:spcPts val="500"/>
        </a:spcBef>
        <a:buFont typeface="Arial" charset="0"/>
        <a:buChar char="•"/>
        <a:defRPr sz="1800" kern="1200">
          <a:solidFill>
            <a:schemeClr val="tx1"/>
          </a:solidFill>
          <a:latin typeface="Arial"/>
          <a:ea typeface="微软雅黑"/>
        </a:defRPr>
      </a:lvl9pPr>
    </p:bodyStyle>
    <p:otherStyle>
      <a:lvl1pPr marL="0" lvl="0" algn="l" defTabSz="914400">
        <a:defRPr sz="1800" kern="1200">
          <a:solidFill>
            <a:schemeClr val="tx1"/>
          </a:solidFill>
          <a:latin typeface="Arial"/>
          <a:ea typeface="微软雅黑"/>
        </a:defRPr>
      </a:lvl1pPr>
      <a:lvl2pPr marL="457200" lvl="1" algn="l" defTabSz="914400">
        <a:defRPr sz="1800" kern="1200">
          <a:solidFill>
            <a:schemeClr val="tx1"/>
          </a:solidFill>
          <a:latin typeface="Arial"/>
          <a:ea typeface="微软雅黑"/>
        </a:defRPr>
      </a:lvl2pPr>
      <a:lvl3pPr marL="914400" lvl="2" algn="l" defTabSz="914400">
        <a:defRPr sz="1800" kern="1200">
          <a:solidFill>
            <a:schemeClr val="tx1"/>
          </a:solidFill>
          <a:latin typeface="Arial"/>
          <a:ea typeface="微软雅黑"/>
        </a:defRPr>
      </a:lvl3pPr>
      <a:lvl4pPr marL="1371600" lvl="3" algn="l" defTabSz="914400">
        <a:defRPr sz="1800" kern="1200">
          <a:solidFill>
            <a:schemeClr val="tx1"/>
          </a:solidFill>
          <a:latin typeface="Arial"/>
          <a:ea typeface="微软雅黑"/>
        </a:defRPr>
      </a:lvl4pPr>
      <a:lvl5pPr marL="1828800" lvl="4" algn="l" defTabSz="914400">
        <a:defRPr sz="1800" kern="1200">
          <a:solidFill>
            <a:schemeClr val="tx1"/>
          </a:solidFill>
          <a:latin typeface="Arial"/>
          <a:ea typeface="微软雅黑"/>
        </a:defRPr>
      </a:lvl5pPr>
      <a:lvl6pPr marL="2286000" lvl="5" algn="l" defTabSz="914400">
        <a:defRPr sz="1800" kern="1200">
          <a:solidFill>
            <a:schemeClr val="tx1"/>
          </a:solidFill>
          <a:latin typeface="Arial"/>
          <a:ea typeface="微软雅黑"/>
        </a:defRPr>
      </a:lvl6pPr>
      <a:lvl7pPr marL="2743200" lvl="6" algn="l" defTabSz="914400">
        <a:defRPr sz="1800" kern="1200">
          <a:solidFill>
            <a:schemeClr val="tx1"/>
          </a:solidFill>
          <a:latin typeface="Arial"/>
          <a:ea typeface="微软雅黑"/>
        </a:defRPr>
      </a:lvl7pPr>
      <a:lvl8pPr marL="3200400" lvl="7" algn="l" defTabSz="914400">
        <a:defRPr sz="1800" kern="1200">
          <a:solidFill>
            <a:schemeClr val="tx1"/>
          </a:solidFill>
          <a:latin typeface="Arial"/>
          <a:ea typeface="微软雅黑"/>
        </a:defRPr>
      </a:lvl8pPr>
      <a:lvl9pPr marL="3657600" lvl="8" algn="l" defTabSz="914400">
        <a:defRPr sz="1800" kern="1200">
          <a:solidFill>
            <a:schemeClr val="tx1"/>
          </a:solidFill>
          <a:latin typeface="Arial"/>
          <a:ea typeface="微软雅黑"/>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023622005"/>
              </p:ext>
            </p:extLst>
          </p:nvPr>
        </p:nvGraphicFramePr>
        <p:xfrm>
          <a:off x="143435" y="421341"/>
          <a:ext cx="11836400" cy="5981700"/>
        </p:xfrm>
        <a:graphic>
          <a:graphicData uri="http://schemas.openxmlformats.org/drawingml/2006/table">
            <a:tbl>
              <a:tblPr>
                <a:tableStyleId>{58542034-FE4F-4ADA-92B8-4CA66D0F0DF3}</a:tableStyleId>
              </a:tblPr>
              <a:tblGrid>
                <a:gridCol w="812800">
                  <a:extLst>
                    <a:ext uri="{9D8B030D-6E8A-4147-A177-3AD203B41FA5}">
                      <a16:colId xmlns:a16="http://schemas.microsoft.com/office/drawing/2014/main" val="20000"/>
                    </a:ext>
                  </a:extLst>
                </a:gridCol>
                <a:gridCol w="9067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81000">
                <a:tc>
                  <a:txBody>
                    <a:bodyPr/>
                    <a:lstStyle/>
                    <a:p>
                      <a:pPr algn="ctr"/>
                      <a:r>
                        <a:rPr lang="zh-CN" sz="1400" dirty="0"/>
                        <a:t>项目</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详细规格</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备注</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0"/>
                  </a:ext>
                </a:extLst>
              </a:tr>
              <a:tr h="5600700">
                <a:tc>
                  <a:txBody>
                    <a:bodyPr/>
                    <a:lstStyle/>
                    <a:p>
                      <a:r>
                        <a:rPr lang="ja-JP" altLang="en-US" sz="1200" b="0" i="0">
                          <a:latin typeface="Microsoft YaHei" panose="020B0503020204020204" pitchFamily="34" charset="-122"/>
                          <a:ea typeface="Microsoft YaHei" panose="020B0503020204020204" pitchFamily="34" charset="-122"/>
                        </a:rPr>
                        <a:t>修改记录</a:t>
                      </a:r>
                      <a:endParaRPr lang="zh-CN" sz="1200" b="0" i="0" dirty="0">
                        <a:latin typeface="Microsoft YaHei" panose="020B0503020204020204" pitchFamily="34" charset="-122"/>
                        <a:ea typeface="Microsoft YaHei" panose="020B0503020204020204" pitchFamily="34" charset="-122"/>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endParaRPr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r>
                        <a:rPr lang="ja-JP" altLang="en-US" sz="1200" b="0" i="0" dirty="0">
                          <a:latin typeface="Microsoft YaHei" panose="020B0503020204020204" pitchFamily="34" charset="-122"/>
                          <a:ea typeface="Microsoft YaHei" panose="020B0503020204020204" pitchFamily="34" charset="-122"/>
                        </a:rPr>
                        <a:t>本产品在低功耗的条件下实现对于货物和包裹的室内外一体化定位功能</a:t>
                      </a:r>
                      <a:r>
                        <a:rPr lang="zh-CN" altLang="en-US" sz="1200" b="0" i="0" dirty="0">
                          <a:latin typeface="Microsoft YaHei" panose="020B0503020204020204" pitchFamily="34" charset="-122"/>
                          <a:ea typeface="Microsoft YaHei" panose="020B0503020204020204" pitchFamily="34" charset="-122"/>
                        </a:rPr>
                        <a:t>，</a:t>
                      </a:r>
                      <a:r>
                        <a:rPr lang="ja-JP" altLang="en-US" sz="1200" b="0" i="0" dirty="0">
                          <a:latin typeface="Microsoft YaHei" panose="020B0503020204020204" pitchFamily="34" charset="-122"/>
                          <a:ea typeface="Microsoft YaHei" panose="020B0503020204020204" pitchFamily="34" charset="-122"/>
                        </a:rPr>
                        <a:t>以及采集货物所在环境的温湿度</a:t>
                      </a:r>
                      <a:r>
                        <a:rPr lang="zh-CN" altLang="en-US" sz="1200" b="0" i="0" dirty="0">
                          <a:latin typeface="Microsoft YaHei" panose="020B0503020204020204" pitchFamily="34" charset="-122"/>
                          <a:ea typeface="Microsoft YaHei" panose="020B0503020204020204" pitchFamily="34" charset="-122"/>
                        </a:rPr>
                        <a:t>。</a:t>
                      </a:r>
                      <a:endParaRPr lang="zh-CN" sz="1200" b="0" i="0" dirty="0">
                        <a:latin typeface="Microsoft YaHei" panose="020B0503020204020204" pitchFamily="34" charset="-122"/>
                        <a:ea typeface="Microsoft YaHei" panose="020B0503020204020204" pitchFamily="34" charset="-122"/>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1"/>
                  </a:ext>
                </a:extLst>
              </a:tr>
            </a:tbl>
          </a:graphicData>
        </a:graphic>
      </p:graphicFrame>
      <p:sp>
        <p:nvSpPr>
          <p:cNvPr id="3" name="TextBox 2"/>
          <p:cNvSpPr txBox="1"/>
          <p:nvPr/>
        </p:nvSpPr>
        <p:spPr>
          <a:xfrm>
            <a:off x="143435" y="33244"/>
            <a:ext cx="1754094" cy="306294"/>
          </a:xfrm>
          <a:prstGeom prst="rect">
            <a:avLst/>
          </a:prstGeom>
          <a:ln>
            <a:solidFill>
              <a:srgbClr val="000000"/>
            </a:solidFill>
          </a:ln>
        </p:spPr>
        <p:txBody>
          <a:bodyPr/>
          <a:lstStyle/>
          <a:p>
            <a:r>
              <a:rPr lang="zh-CN" sz="1200" dirty="0"/>
              <a:t>联通室内外一体化定位</a:t>
            </a:r>
          </a:p>
        </p:txBody>
      </p:sp>
      <p:sp>
        <p:nvSpPr>
          <p:cNvPr id="4" name="TextBox 3"/>
          <p:cNvSpPr txBox="1"/>
          <p:nvPr/>
        </p:nvSpPr>
        <p:spPr>
          <a:xfrm>
            <a:off x="2120047" y="37621"/>
            <a:ext cx="1144494" cy="306294"/>
          </a:xfrm>
          <a:prstGeom prst="rect">
            <a:avLst/>
          </a:prstGeom>
          <a:ln>
            <a:solidFill>
              <a:srgbClr val="000000"/>
            </a:solidFill>
          </a:ln>
        </p:spPr>
        <p:txBody>
          <a:bodyPr/>
          <a:lstStyle/>
          <a:p>
            <a:r>
              <a:rPr lang="zh-CN" sz="1200" dirty="0"/>
              <a:t>产品设计文档</a:t>
            </a:r>
          </a:p>
        </p:txBody>
      </p:sp>
      <p:graphicFrame>
        <p:nvGraphicFramePr>
          <p:cNvPr id="6" name="Table 5">
            <a:extLst>
              <a:ext uri="{FF2B5EF4-FFF2-40B4-BE49-F238E27FC236}">
                <a16:creationId xmlns:a16="http://schemas.microsoft.com/office/drawing/2014/main" id="{5D125AD1-3453-744E-B6B8-BC073982BA99}"/>
              </a:ext>
            </a:extLst>
          </p:cNvPr>
          <p:cNvGraphicFramePr>
            <a:graphicFrameLocks noGrp="1"/>
          </p:cNvGraphicFramePr>
          <p:nvPr>
            <p:extLst>
              <p:ext uri="{D42A27DB-BD31-4B8C-83A1-F6EECF244321}">
                <p14:modId xmlns:p14="http://schemas.microsoft.com/office/powerpoint/2010/main" val="49858927"/>
              </p:ext>
            </p:extLst>
          </p:nvPr>
        </p:nvGraphicFramePr>
        <p:xfrm>
          <a:off x="1341535" y="1187150"/>
          <a:ext cx="8455608" cy="2470452"/>
        </p:xfrm>
        <a:graphic>
          <a:graphicData uri="http://schemas.openxmlformats.org/drawingml/2006/table">
            <a:tbl>
              <a:tblPr firstRow="1" bandRow="1">
                <a:tableStyleId>{58542034-FE4F-4ADA-92B8-4CA66D0F0DF3}</a:tableStyleId>
              </a:tblPr>
              <a:tblGrid>
                <a:gridCol w="749727">
                  <a:extLst>
                    <a:ext uri="{9D8B030D-6E8A-4147-A177-3AD203B41FA5}">
                      <a16:colId xmlns:a16="http://schemas.microsoft.com/office/drawing/2014/main" val="2420396171"/>
                    </a:ext>
                  </a:extLst>
                </a:gridCol>
                <a:gridCol w="1019048">
                  <a:extLst>
                    <a:ext uri="{9D8B030D-6E8A-4147-A177-3AD203B41FA5}">
                      <a16:colId xmlns:a16="http://schemas.microsoft.com/office/drawing/2014/main" val="1781339348"/>
                    </a:ext>
                  </a:extLst>
                </a:gridCol>
                <a:gridCol w="1242456">
                  <a:extLst>
                    <a:ext uri="{9D8B030D-6E8A-4147-A177-3AD203B41FA5}">
                      <a16:colId xmlns:a16="http://schemas.microsoft.com/office/drawing/2014/main" val="3756517023"/>
                    </a:ext>
                  </a:extLst>
                </a:gridCol>
                <a:gridCol w="2853768">
                  <a:extLst>
                    <a:ext uri="{9D8B030D-6E8A-4147-A177-3AD203B41FA5}">
                      <a16:colId xmlns:a16="http://schemas.microsoft.com/office/drawing/2014/main" val="1484724584"/>
                    </a:ext>
                  </a:extLst>
                </a:gridCol>
                <a:gridCol w="1300697">
                  <a:extLst>
                    <a:ext uri="{9D8B030D-6E8A-4147-A177-3AD203B41FA5}">
                      <a16:colId xmlns:a16="http://schemas.microsoft.com/office/drawing/2014/main" val="1243480393"/>
                    </a:ext>
                  </a:extLst>
                </a:gridCol>
                <a:gridCol w="1289912">
                  <a:extLst>
                    <a:ext uri="{9D8B030D-6E8A-4147-A177-3AD203B41FA5}">
                      <a16:colId xmlns:a16="http://schemas.microsoft.com/office/drawing/2014/main" val="236061196"/>
                    </a:ext>
                  </a:extLst>
                </a:gridCol>
              </a:tblGrid>
              <a:tr h="411742">
                <a:tc>
                  <a:txBody>
                    <a:bodyPr/>
                    <a:lstStyle/>
                    <a:p>
                      <a:pPr algn="ctr"/>
                      <a:r>
                        <a:rPr lang="en-US" sz="1600" b="1" i="0" dirty="0">
                          <a:latin typeface="Microsoft YaHei" panose="020B0503020204020204" pitchFamily="34" charset="-122"/>
                          <a:ea typeface="Microsoft YaHei" panose="020B0503020204020204" pitchFamily="34" charset="-122"/>
                        </a:rPr>
                        <a:t>No</a:t>
                      </a:r>
                    </a:p>
                  </a:txBody>
                  <a:tcPr>
                    <a:solidFill>
                      <a:schemeClr val="bg1">
                        <a:lumMod val="95000"/>
                      </a:schemeClr>
                    </a:solidFill>
                  </a:tcPr>
                </a:tc>
                <a:tc>
                  <a:txBody>
                    <a:bodyPr/>
                    <a:lstStyle/>
                    <a:p>
                      <a:pPr algn="ctr"/>
                      <a:r>
                        <a:rPr lang="ja-JP" altLang="en-US" sz="1600" b="1" i="0">
                          <a:latin typeface="Microsoft YaHei" panose="020B0503020204020204" pitchFamily="34" charset="-122"/>
                          <a:ea typeface="Microsoft YaHei" panose="020B0503020204020204" pitchFamily="34" charset="-122"/>
                        </a:rPr>
                        <a:t>版本号</a:t>
                      </a:r>
                      <a:endParaRPr lang="en-US" sz="1600" b="1" i="0" dirty="0">
                        <a:latin typeface="Microsoft YaHei" panose="020B0503020204020204" pitchFamily="34" charset="-122"/>
                        <a:ea typeface="Microsoft YaHei" panose="020B0503020204020204" pitchFamily="34" charset="-122"/>
                      </a:endParaRPr>
                    </a:p>
                  </a:txBody>
                  <a:tcPr>
                    <a:solidFill>
                      <a:schemeClr val="bg1">
                        <a:lumMod val="95000"/>
                      </a:schemeClr>
                    </a:solidFill>
                  </a:tcPr>
                </a:tc>
                <a:tc>
                  <a:txBody>
                    <a:bodyPr/>
                    <a:lstStyle/>
                    <a:p>
                      <a:pPr algn="ctr"/>
                      <a:r>
                        <a:rPr lang="ja-JP" altLang="en-US" sz="1600" b="1" i="0">
                          <a:latin typeface="Microsoft YaHei" panose="020B0503020204020204" pitchFamily="34" charset="-122"/>
                          <a:ea typeface="Microsoft YaHei" panose="020B0503020204020204" pitchFamily="34" charset="-122"/>
                        </a:rPr>
                        <a:t>修改时间</a:t>
                      </a:r>
                      <a:endParaRPr lang="en-US" sz="1600" b="1" i="0" dirty="0">
                        <a:latin typeface="Microsoft YaHei" panose="020B0503020204020204" pitchFamily="34" charset="-122"/>
                        <a:ea typeface="Microsoft YaHei" panose="020B0503020204020204" pitchFamily="34" charset="-122"/>
                      </a:endParaRPr>
                    </a:p>
                  </a:txBody>
                  <a:tcPr>
                    <a:solidFill>
                      <a:schemeClr val="bg1">
                        <a:lumMod val="95000"/>
                      </a:schemeClr>
                    </a:solidFill>
                  </a:tcPr>
                </a:tc>
                <a:tc>
                  <a:txBody>
                    <a:bodyPr/>
                    <a:lstStyle/>
                    <a:p>
                      <a:pPr algn="ctr"/>
                      <a:r>
                        <a:rPr lang="ja-JP" altLang="en-US" sz="1600" b="1" i="0">
                          <a:latin typeface="Microsoft YaHei" panose="020B0503020204020204" pitchFamily="34" charset="-122"/>
                          <a:ea typeface="Microsoft YaHei" panose="020B0503020204020204" pitchFamily="34" charset="-122"/>
                        </a:rPr>
                        <a:t>修改内容</a:t>
                      </a:r>
                      <a:endParaRPr lang="en-US" sz="1600" b="1" i="0" dirty="0">
                        <a:latin typeface="Microsoft YaHei" panose="020B0503020204020204" pitchFamily="34" charset="-122"/>
                        <a:ea typeface="Microsoft YaHei" panose="020B0503020204020204" pitchFamily="34" charset="-122"/>
                      </a:endParaRPr>
                    </a:p>
                  </a:txBody>
                  <a:tcPr>
                    <a:solidFill>
                      <a:schemeClr val="bg1">
                        <a:lumMod val="95000"/>
                      </a:schemeClr>
                    </a:solidFill>
                  </a:tcPr>
                </a:tc>
                <a:tc>
                  <a:txBody>
                    <a:bodyPr/>
                    <a:lstStyle/>
                    <a:p>
                      <a:pPr algn="ctr"/>
                      <a:r>
                        <a:rPr lang="ja-JP" altLang="en-US" sz="1600" b="1" i="0">
                          <a:latin typeface="Microsoft YaHei" panose="020B0503020204020204" pitchFamily="34" charset="-122"/>
                          <a:ea typeface="Microsoft YaHei" panose="020B0503020204020204" pitchFamily="34" charset="-122"/>
                        </a:rPr>
                        <a:t>备注</a:t>
                      </a:r>
                      <a:endParaRPr lang="en-US" sz="1600" b="1" i="0" dirty="0">
                        <a:latin typeface="Microsoft YaHei" panose="020B0503020204020204" pitchFamily="34" charset="-122"/>
                        <a:ea typeface="Microsoft YaHei" panose="020B0503020204020204" pitchFamily="34" charset="-122"/>
                      </a:endParaRPr>
                    </a:p>
                  </a:txBody>
                  <a:tcPr>
                    <a:solidFill>
                      <a:schemeClr val="bg1">
                        <a:lumMod val="95000"/>
                      </a:schemeClr>
                    </a:solidFill>
                  </a:tcPr>
                </a:tc>
                <a:tc>
                  <a:txBody>
                    <a:bodyPr/>
                    <a:lstStyle/>
                    <a:p>
                      <a:pPr algn="ctr"/>
                      <a:r>
                        <a:rPr lang="ja-JP" altLang="en-US" sz="1600" b="1" i="0">
                          <a:latin typeface="Microsoft YaHei" panose="020B0503020204020204" pitchFamily="34" charset="-122"/>
                          <a:ea typeface="Microsoft YaHei" panose="020B0503020204020204" pitchFamily="34" charset="-122"/>
                        </a:rPr>
                        <a:t>作者</a:t>
                      </a:r>
                      <a:endParaRPr lang="en-US" sz="1600" b="1" i="0" dirty="0">
                        <a:latin typeface="Microsoft YaHei" panose="020B0503020204020204" pitchFamily="34" charset="-122"/>
                        <a:ea typeface="Microsoft YaHei" panose="020B0503020204020204" pitchFamily="34" charset="-122"/>
                      </a:endParaRPr>
                    </a:p>
                  </a:txBody>
                  <a:tcPr>
                    <a:solidFill>
                      <a:schemeClr val="bg1">
                        <a:lumMod val="95000"/>
                      </a:schemeClr>
                    </a:solidFill>
                  </a:tcPr>
                </a:tc>
                <a:extLst>
                  <a:ext uri="{0D108BD9-81ED-4DB2-BD59-A6C34878D82A}">
                    <a16:rowId xmlns:a16="http://schemas.microsoft.com/office/drawing/2014/main" val="3512079285"/>
                  </a:ext>
                </a:extLst>
              </a:tr>
              <a:tr h="411742">
                <a:tc>
                  <a:txBody>
                    <a:bodyPr/>
                    <a:lstStyle/>
                    <a:p>
                      <a:pPr algn="ctr"/>
                      <a:r>
                        <a:rPr lang="en-US" altLang="zh-CN" sz="1400" b="0" i="0" dirty="0">
                          <a:latin typeface="Microsoft YaHei" panose="020B0503020204020204" pitchFamily="34" charset="-122"/>
                          <a:ea typeface="Microsoft YaHei" panose="020B0503020204020204" pitchFamily="34" charset="-122"/>
                        </a:rPr>
                        <a:t>1</a:t>
                      </a:r>
                      <a:endParaRPr lang="en-US" sz="1400" b="0" i="0" dirty="0">
                        <a:latin typeface="Microsoft YaHei" panose="020B0503020204020204" pitchFamily="34" charset="-122"/>
                        <a:ea typeface="Microsoft YaHei" panose="020B0503020204020204" pitchFamily="34" charset="-122"/>
                      </a:endParaRPr>
                    </a:p>
                  </a:txBody>
                  <a:tcPr/>
                </a:tc>
                <a:tc>
                  <a:txBody>
                    <a:bodyPr/>
                    <a:lstStyle/>
                    <a:p>
                      <a:pPr algn="ctr"/>
                      <a:r>
                        <a:rPr lang="en-US" altLang="zh-CN" sz="1400" b="0" i="0" dirty="0">
                          <a:latin typeface="Microsoft YaHei" panose="020B0503020204020204" pitchFamily="34" charset="-122"/>
                          <a:ea typeface="Microsoft YaHei" panose="020B0503020204020204" pitchFamily="34" charset="-122"/>
                        </a:rPr>
                        <a:t>0.1</a:t>
                      </a:r>
                      <a:endParaRPr lang="en-US" sz="1400" b="0" i="0" dirty="0">
                        <a:latin typeface="Microsoft YaHei" panose="020B0503020204020204" pitchFamily="34" charset="-122"/>
                        <a:ea typeface="Microsoft YaHei" panose="020B0503020204020204" pitchFamily="34" charset="-122"/>
                      </a:endParaRPr>
                    </a:p>
                  </a:txBody>
                  <a:tcPr/>
                </a:tc>
                <a:tc>
                  <a:txBody>
                    <a:bodyPr/>
                    <a:lstStyle/>
                    <a:p>
                      <a:pPr algn="ctr"/>
                      <a:r>
                        <a:rPr lang="en-US" altLang="zh-CN" sz="1400" b="0" i="0" dirty="0">
                          <a:latin typeface="Microsoft YaHei" panose="020B0503020204020204" pitchFamily="34" charset="-122"/>
                          <a:ea typeface="Microsoft YaHei" panose="020B0503020204020204" pitchFamily="34" charset="-122"/>
                        </a:rPr>
                        <a:t>2019.06.27</a:t>
                      </a:r>
                      <a:endParaRPr lang="en-US" sz="1400" b="0" i="0" dirty="0">
                        <a:latin typeface="Microsoft YaHei" panose="020B0503020204020204" pitchFamily="34" charset="-122"/>
                        <a:ea typeface="Microsoft YaHei" panose="020B0503020204020204" pitchFamily="34" charset="-122"/>
                      </a:endParaRPr>
                    </a:p>
                  </a:txBody>
                  <a:tcPr/>
                </a:tc>
                <a:tc>
                  <a:txBody>
                    <a:bodyPr/>
                    <a:lstStyle/>
                    <a:p>
                      <a:pPr algn="ctr"/>
                      <a:r>
                        <a:rPr lang="ja-JP" altLang="en-US" sz="1400" b="0" i="0">
                          <a:latin typeface="Microsoft YaHei" panose="020B0503020204020204" pitchFamily="34" charset="-122"/>
                          <a:ea typeface="Microsoft YaHei" panose="020B0503020204020204" pitchFamily="34" charset="-122"/>
                        </a:rPr>
                        <a:t>需求初版</a:t>
                      </a:r>
                      <a:endParaRPr lang="en-US" sz="1400" b="0" i="0" dirty="0">
                        <a:latin typeface="Microsoft YaHei" panose="020B0503020204020204" pitchFamily="34" charset="-122"/>
                        <a:ea typeface="Microsoft YaHei" panose="020B0503020204020204" pitchFamily="34" charset="-122"/>
                      </a:endParaRPr>
                    </a:p>
                  </a:txBody>
                  <a:tcPr/>
                </a:tc>
                <a:tc>
                  <a:txBody>
                    <a:bodyPr/>
                    <a:lstStyle/>
                    <a:p>
                      <a:pPr algn="ctr"/>
                      <a:endParaRPr lang="en-US" sz="1400" b="0" i="0" dirty="0">
                        <a:latin typeface="Microsoft YaHei" panose="020B0503020204020204" pitchFamily="34" charset="-122"/>
                        <a:ea typeface="Microsoft YaHei" panose="020B0503020204020204" pitchFamily="34" charset="-122"/>
                      </a:endParaRPr>
                    </a:p>
                  </a:txBody>
                  <a:tcPr/>
                </a:tc>
                <a:tc>
                  <a:txBody>
                    <a:bodyPr/>
                    <a:lstStyle/>
                    <a:p>
                      <a:pPr algn="ctr"/>
                      <a:r>
                        <a:rPr lang="ja-JP" altLang="en-US" sz="1400" b="0" i="0">
                          <a:latin typeface="Microsoft YaHei" panose="020B0503020204020204" pitchFamily="34" charset="-122"/>
                          <a:ea typeface="Microsoft YaHei" panose="020B0503020204020204" pitchFamily="34" charset="-122"/>
                        </a:rPr>
                        <a:t>伍</a:t>
                      </a:r>
                      <a:endParaRPr lang="en-US" sz="1400" b="0" i="0"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865268937"/>
                  </a:ext>
                </a:extLst>
              </a:tr>
              <a:tr h="411742">
                <a:tc>
                  <a:txBody>
                    <a:bodyPr/>
                    <a:lstStyle/>
                    <a:p>
                      <a:pPr algn="ctr"/>
                      <a:r>
                        <a:rPr lang="en-US" sz="1400" dirty="0"/>
                        <a:t>2</a:t>
                      </a:r>
                    </a:p>
                  </a:txBody>
                  <a:tcPr/>
                </a:tc>
                <a:tc>
                  <a:txBody>
                    <a:bodyPr/>
                    <a:lstStyle/>
                    <a:p>
                      <a:pPr algn="ctr"/>
                      <a:r>
                        <a:rPr lang="en-US" sz="1400" dirty="0"/>
                        <a:t>0.2</a:t>
                      </a:r>
                    </a:p>
                  </a:txBody>
                  <a:tcPr/>
                </a:tc>
                <a:tc>
                  <a:txBody>
                    <a:bodyPr/>
                    <a:lstStyle/>
                    <a:p>
                      <a:pPr algn="ctr"/>
                      <a:r>
                        <a:rPr lang="en-US" sz="1400" dirty="0"/>
                        <a:t>2019.07.03</a:t>
                      </a:r>
                    </a:p>
                  </a:txBody>
                  <a:tcPr/>
                </a:tc>
                <a:tc>
                  <a:txBody>
                    <a:bodyPr/>
                    <a:lstStyle/>
                    <a:p>
                      <a:pPr marL="0" algn="ctr" defTabSz="914400"/>
                      <a:r>
                        <a:rPr lang="ja-JP" altLang="en-US" sz="1400" b="0" i="0" kern="1200">
                          <a:solidFill>
                            <a:srgbClr val="000000"/>
                          </a:solidFill>
                          <a:latin typeface="Microsoft YaHei" panose="020B0503020204020204" pitchFamily="34" charset="-122"/>
                          <a:ea typeface="Microsoft YaHei" panose="020B0503020204020204" pitchFamily="34" charset="-122"/>
                          <a:cs typeface="+mn-cs"/>
                        </a:rPr>
                        <a:t>去除手动</a:t>
                      </a:r>
                      <a:r>
                        <a:rPr lang="en-US" altLang="zh-CN" sz="1400" b="0" i="0" kern="1200" dirty="0">
                          <a:solidFill>
                            <a:srgbClr val="000000"/>
                          </a:solidFill>
                          <a:latin typeface="Microsoft YaHei" panose="020B0503020204020204" pitchFamily="34" charset="-122"/>
                          <a:ea typeface="Microsoft YaHei" panose="020B0503020204020204" pitchFamily="34" charset="-122"/>
                          <a:cs typeface="+mn-cs"/>
                        </a:rPr>
                        <a:t>/</a:t>
                      </a:r>
                      <a:r>
                        <a:rPr lang="ja-JP" altLang="en-US" sz="1400" b="0" i="0" kern="1200">
                          <a:solidFill>
                            <a:srgbClr val="000000"/>
                          </a:solidFill>
                          <a:latin typeface="Microsoft YaHei" panose="020B0503020204020204" pitchFamily="34" charset="-122"/>
                          <a:ea typeface="Microsoft YaHei" panose="020B0503020204020204" pitchFamily="34" charset="-122"/>
                          <a:cs typeface="+mn-cs"/>
                        </a:rPr>
                        <a:t>自动开关</a:t>
                      </a:r>
                      <a:endParaRPr lang="en-US" sz="1400" b="0" i="0" kern="1200" dirty="0">
                        <a:solidFill>
                          <a:srgbClr val="000000"/>
                        </a:solidFill>
                        <a:latin typeface="Microsoft YaHei" panose="020B0503020204020204" pitchFamily="34" charset="-122"/>
                        <a:ea typeface="Microsoft YaHei" panose="020B0503020204020204" pitchFamily="34" charset="-122"/>
                        <a:cs typeface="+mn-cs"/>
                      </a:endParaRPr>
                    </a:p>
                  </a:txBody>
                  <a:tcPr/>
                </a:tc>
                <a:tc>
                  <a:txBody>
                    <a:bodyPr/>
                    <a:lstStyle/>
                    <a:p>
                      <a:pPr marL="0" algn="ctr" defTabSz="914400"/>
                      <a:endParaRPr lang="en-US" sz="1400" b="0" i="0" kern="1200" dirty="0">
                        <a:solidFill>
                          <a:srgbClr val="000000"/>
                        </a:solidFill>
                        <a:latin typeface="Microsoft YaHei" panose="020B0503020204020204" pitchFamily="34" charset="-122"/>
                        <a:ea typeface="Microsoft YaHei" panose="020B0503020204020204" pitchFamily="34" charset="-122"/>
                        <a:cs typeface="+mn-cs"/>
                      </a:endParaRPr>
                    </a:p>
                  </a:txBody>
                  <a:tcPr/>
                </a:tc>
                <a:tc>
                  <a:txBody>
                    <a:bodyPr/>
                    <a:lstStyle/>
                    <a:p>
                      <a:pPr marL="0" algn="ctr" defTabSz="914400"/>
                      <a:r>
                        <a:rPr lang="ja-JP" altLang="en-US" sz="1400" b="0" i="0" kern="1200">
                          <a:solidFill>
                            <a:srgbClr val="000000"/>
                          </a:solidFill>
                          <a:latin typeface="Microsoft YaHei" panose="020B0503020204020204" pitchFamily="34" charset="-122"/>
                          <a:ea typeface="Microsoft YaHei" panose="020B0503020204020204" pitchFamily="34" charset="-122"/>
                          <a:cs typeface="+mn-cs"/>
                        </a:rPr>
                        <a:t>伍</a:t>
                      </a:r>
                      <a:endParaRPr lang="en-US" sz="1400" b="0" i="0" kern="1200" dirty="0">
                        <a:solidFill>
                          <a:srgbClr val="000000"/>
                        </a:solidFill>
                        <a:latin typeface="Microsoft YaHei" panose="020B0503020204020204" pitchFamily="34" charset="-122"/>
                        <a:ea typeface="Microsoft YaHei" panose="020B0503020204020204" pitchFamily="34" charset="-122"/>
                        <a:cs typeface="+mn-cs"/>
                      </a:endParaRPr>
                    </a:p>
                  </a:txBody>
                  <a:tcPr/>
                </a:tc>
                <a:extLst>
                  <a:ext uri="{0D108BD9-81ED-4DB2-BD59-A6C34878D82A}">
                    <a16:rowId xmlns:a16="http://schemas.microsoft.com/office/drawing/2014/main" val="3767941871"/>
                  </a:ext>
                </a:extLst>
              </a:tr>
              <a:tr h="411742">
                <a:tc>
                  <a:txBody>
                    <a:bodyPr/>
                    <a:lstStyle/>
                    <a:p>
                      <a:pPr algn="ctr"/>
                      <a:endParaRPr lang="en-US" sz="1400"/>
                    </a:p>
                  </a:txBody>
                  <a:tcPr/>
                </a:tc>
                <a:tc>
                  <a:txBody>
                    <a:bodyPr/>
                    <a:lstStyle/>
                    <a:p>
                      <a:pPr algn="ctr"/>
                      <a:endParaRPr lang="en-US" sz="1400"/>
                    </a:p>
                  </a:txBody>
                  <a:tcPr/>
                </a:tc>
                <a:tc>
                  <a:txBody>
                    <a:bodyPr/>
                    <a:lstStyle/>
                    <a:p>
                      <a:pPr algn="ctr"/>
                      <a:endParaRPr lang="en-US" sz="1400" dirty="0"/>
                    </a:p>
                  </a:txBody>
                  <a:tcPr/>
                </a:tc>
                <a:tc>
                  <a:txBody>
                    <a:bodyPr/>
                    <a:lstStyle/>
                    <a:p>
                      <a:pPr algn="ctr"/>
                      <a:endParaRPr lang="en-US" sz="1400" dirty="0"/>
                    </a:p>
                  </a:txBody>
                  <a:tcPr/>
                </a:tc>
                <a:tc>
                  <a:txBody>
                    <a:bodyPr/>
                    <a:lstStyle/>
                    <a:p>
                      <a:pPr marL="0" algn="ctr" defTabSz="914400"/>
                      <a:endParaRPr lang="en-US" sz="1400" b="0" i="0" kern="1200" dirty="0">
                        <a:solidFill>
                          <a:srgbClr val="000000"/>
                        </a:solidFill>
                        <a:latin typeface="Microsoft YaHei" panose="020B0503020204020204" pitchFamily="34" charset="-122"/>
                        <a:ea typeface="Microsoft YaHei" panose="020B0503020204020204" pitchFamily="34" charset="-122"/>
                        <a:cs typeface="+mn-cs"/>
                      </a:endParaRPr>
                    </a:p>
                  </a:txBody>
                  <a:tcPr/>
                </a:tc>
                <a:tc>
                  <a:txBody>
                    <a:bodyPr/>
                    <a:lstStyle/>
                    <a:p>
                      <a:pPr marL="0" algn="ctr" defTabSz="914400"/>
                      <a:endParaRPr lang="en-US" sz="1400" b="0" i="0" kern="1200">
                        <a:solidFill>
                          <a:srgbClr val="000000"/>
                        </a:solidFill>
                        <a:latin typeface="Microsoft YaHei" panose="020B0503020204020204" pitchFamily="34" charset="-122"/>
                        <a:ea typeface="Microsoft YaHei" panose="020B0503020204020204" pitchFamily="34" charset="-122"/>
                        <a:cs typeface="+mn-cs"/>
                      </a:endParaRPr>
                    </a:p>
                  </a:txBody>
                  <a:tcPr/>
                </a:tc>
                <a:extLst>
                  <a:ext uri="{0D108BD9-81ED-4DB2-BD59-A6C34878D82A}">
                    <a16:rowId xmlns:a16="http://schemas.microsoft.com/office/drawing/2014/main" val="2892634036"/>
                  </a:ext>
                </a:extLst>
              </a:tr>
              <a:tr h="411742">
                <a:tc>
                  <a:txBody>
                    <a:bodyPr/>
                    <a:lstStyle/>
                    <a:p>
                      <a:pPr algn="ctr"/>
                      <a:endParaRPr lang="en-US" sz="140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dirty="0"/>
                    </a:p>
                  </a:txBody>
                  <a:tcPr/>
                </a:tc>
                <a:tc>
                  <a:txBody>
                    <a:bodyPr/>
                    <a:lstStyle/>
                    <a:p>
                      <a:pPr marL="0" algn="ctr" defTabSz="914400"/>
                      <a:endParaRPr lang="en-US" sz="1400" b="0" i="0" kern="1200" dirty="0">
                        <a:solidFill>
                          <a:srgbClr val="000000"/>
                        </a:solidFill>
                        <a:latin typeface="Microsoft YaHei" panose="020B0503020204020204" pitchFamily="34" charset="-122"/>
                        <a:ea typeface="Microsoft YaHei" panose="020B0503020204020204" pitchFamily="34" charset="-122"/>
                        <a:cs typeface="+mn-cs"/>
                      </a:endParaRPr>
                    </a:p>
                  </a:txBody>
                  <a:tcPr/>
                </a:tc>
                <a:tc>
                  <a:txBody>
                    <a:bodyPr/>
                    <a:lstStyle/>
                    <a:p>
                      <a:pPr marL="0" algn="ctr" defTabSz="914400"/>
                      <a:endParaRPr lang="en-US" sz="1400" b="0" i="0" kern="1200" dirty="0">
                        <a:solidFill>
                          <a:srgbClr val="000000"/>
                        </a:solidFill>
                        <a:latin typeface="Microsoft YaHei" panose="020B0503020204020204" pitchFamily="34" charset="-122"/>
                        <a:ea typeface="Microsoft YaHei" panose="020B0503020204020204" pitchFamily="34" charset="-122"/>
                        <a:cs typeface="+mn-cs"/>
                      </a:endParaRPr>
                    </a:p>
                  </a:txBody>
                  <a:tcPr/>
                </a:tc>
                <a:extLst>
                  <a:ext uri="{0D108BD9-81ED-4DB2-BD59-A6C34878D82A}">
                    <a16:rowId xmlns:a16="http://schemas.microsoft.com/office/drawing/2014/main" val="471393747"/>
                  </a:ext>
                </a:extLst>
              </a:tr>
              <a:tr h="411742">
                <a:tc>
                  <a:txBody>
                    <a:bodyPr/>
                    <a:lstStyle/>
                    <a:p>
                      <a:pPr algn="ctr"/>
                      <a:endParaRPr lang="en-US" sz="140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dirty="0"/>
                    </a:p>
                  </a:txBody>
                  <a:tcPr/>
                </a:tc>
                <a:tc>
                  <a:txBody>
                    <a:bodyPr/>
                    <a:lstStyle/>
                    <a:p>
                      <a:pPr marL="0" algn="ctr" defTabSz="914400"/>
                      <a:endParaRPr lang="en-US" sz="1400" b="0" i="0" kern="1200" dirty="0">
                        <a:solidFill>
                          <a:srgbClr val="000000"/>
                        </a:solidFill>
                        <a:latin typeface="Microsoft YaHei" panose="020B0503020204020204" pitchFamily="34" charset="-122"/>
                        <a:ea typeface="Microsoft YaHei" panose="020B0503020204020204" pitchFamily="34" charset="-122"/>
                        <a:cs typeface="+mn-cs"/>
                      </a:endParaRPr>
                    </a:p>
                  </a:txBody>
                  <a:tcPr/>
                </a:tc>
                <a:tc>
                  <a:txBody>
                    <a:bodyPr/>
                    <a:lstStyle/>
                    <a:p>
                      <a:pPr marL="0" algn="ctr" defTabSz="914400"/>
                      <a:endParaRPr lang="en-US" sz="1400" b="0" i="0" kern="1200" dirty="0">
                        <a:solidFill>
                          <a:srgbClr val="000000"/>
                        </a:solidFill>
                        <a:latin typeface="Microsoft YaHei" panose="020B0503020204020204" pitchFamily="34" charset="-122"/>
                        <a:ea typeface="Microsoft YaHei" panose="020B0503020204020204" pitchFamily="34" charset="-122"/>
                        <a:cs typeface="+mn-cs"/>
                      </a:endParaRPr>
                    </a:p>
                  </a:txBody>
                  <a:tcPr/>
                </a:tc>
                <a:extLst>
                  <a:ext uri="{0D108BD9-81ED-4DB2-BD59-A6C34878D82A}">
                    <a16:rowId xmlns:a16="http://schemas.microsoft.com/office/drawing/2014/main" val="87737841"/>
                  </a:ext>
                </a:extLst>
              </a:tr>
            </a:tbl>
          </a:graphicData>
        </a:graphic>
      </p:graphicFrame>
    </p:spTree>
    <p:extLst>
      <p:ext uri="{BB962C8B-B14F-4D97-AF65-F5344CB8AC3E}">
        <p14:creationId xmlns:p14="http://schemas.microsoft.com/office/powerpoint/2010/main" val="4169854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820080307"/>
              </p:ext>
            </p:extLst>
          </p:nvPr>
        </p:nvGraphicFramePr>
        <p:xfrm>
          <a:off x="143435" y="421341"/>
          <a:ext cx="11836400" cy="5981700"/>
        </p:xfrm>
        <a:graphic>
          <a:graphicData uri="http://schemas.openxmlformats.org/drawingml/2006/table">
            <a:tbl>
              <a:tblPr>
                <a:tableStyleId>{58542034-FE4F-4ADA-92B8-4CA66D0F0DF3}</a:tableStyleId>
              </a:tblPr>
              <a:tblGrid>
                <a:gridCol w="812800">
                  <a:extLst>
                    <a:ext uri="{9D8B030D-6E8A-4147-A177-3AD203B41FA5}">
                      <a16:colId xmlns:a16="http://schemas.microsoft.com/office/drawing/2014/main" val="20000"/>
                    </a:ext>
                  </a:extLst>
                </a:gridCol>
                <a:gridCol w="9067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81000">
                <a:tc>
                  <a:txBody>
                    <a:bodyPr/>
                    <a:lstStyle/>
                    <a:p>
                      <a:pPr algn="ctr"/>
                      <a:r>
                        <a:rPr lang="zh-CN" sz="1400"/>
                        <a:t>项目</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dirty="0"/>
                        <a:t>详细规格</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dirty="0"/>
                        <a:t>备注</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0"/>
                  </a:ext>
                </a:extLst>
              </a:tr>
              <a:tr h="5600700">
                <a:tc>
                  <a:txBody>
                    <a:bodyPr/>
                    <a:lstStyle/>
                    <a:p>
                      <a:r>
                        <a:rPr lang="zh-CN" sz="1200"/>
                        <a:t>室内定位功能</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endParaRPr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marL="228600" indent="-228600">
                        <a:buAutoNum type="arabicPeriod"/>
                      </a:pPr>
                      <a:r>
                        <a:rPr lang="ja-JP" altLang="en-US" sz="1200" b="0" i="0">
                          <a:latin typeface="Microsoft YaHei" panose="020B0503020204020204" pitchFamily="34" charset="-122"/>
                          <a:ea typeface="Microsoft YaHei" panose="020B0503020204020204" pitchFamily="34" charset="-122"/>
                        </a:rPr>
                        <a:t>判断是否在室内环境</a:t>
                      </a:r>
                      <a:r>
                        <a:rPr lang="zh-CN" altLang="en-US" sz="1200" b="0" i="0" dirty="0">
                          <a:latin typeface="Microsoft YaHei" panose="020B0503020204020204" pitchFamily="34" charset="-122"/>
                          <a:ea typeface="Microsoft YaHei" panose="020B0503020204020204" pitchFamily="34" charset="-122"/>
                        </a:rPr>
                        <a:t>（</a:t>
                      </a:r>
                      <a:r>
                        <a:rPr lang="en-US" altLang="zh-CN" sz="1200" b="0" i="0" dirty="0">
                          <a:latin typeface="Microsoft YaHei" panose="020B0503020204020204" pitchFamily="34" charset="-122"/>
                          <a:ea typeface="Microsoft YaHei" panose="020B0503020204020204" pitchFamily="34" charset="-122"/>
                        </a:rPr>
                        <a:t>V7</a:t>
                      </a:r>
                      <a:r>
                        <a:rPr lang="ja-JP" altLang="en-US" sz="1200" b="0" i="0">
                          <a:latin typeface="Microsoft YaHei" panose="020B0503020204020204" pitchFamily="34" charset="-122"/>
                          <a:ea typeface="Microsoft YaHei" panose="020B0503020204020204" pitchFamily="34" charset="-122"/>
                        </a:rPr>
                        <a:t>模组</a:t>
                      </a:r>
                      <a:r>
                        <a:rPr lang="zh-CN" altLang="en-US" sz="1200" b="0" i="0" dirty="0">
                          <a:latin typeface="Microsoft YaHei" panose="020B0503020204020204" pitchFamily="34" charset="-122"/>
                          <a:ea typeface="Microsoft YaHei" panose="020B0503020204020204" pitchFamily="34" charset="-122"/>
                        </a:rPr>
                        <a:t>）</a:t>
                      </a:r>
                      <a:endParaRPr lang="en-US" altLang="zh-CN" sz="1200" b="0" i="0" dirty="0">
                        <a:latin typeface="Microsoft YaHei" panose="020B0503020204020204" pitchFamily="34" charset="-122"/>
                        <a:ea typeface="Microsoft YaHei" panose="020B0503020204020204" pitchFamily="34" charset="-122"/>
                      </a:endParaRPr>
                    </a:p>
                    <a:p>
                      <a:pPr marL="228600" indent="-228600">
                        <a:buAutoNum type="arabicPeriod"/>
                      </a:pPr>
                      <a:r>
                        <a:rPr lang="ja-JP" altLang="en-US" sz="1200" b="0" i="0">
                          <a:latin typeface="Microsoft YaHei" panose="020B0503020204020204" pitchFamily="34" charset="-122"/>
                          <a:ea typeface="Microsoft YaHei" panose="020B0503020204020204" pitchFamily="34" charset="-122"/>
                        </a:rPr>
                        <a:t>判断是否在震动</a:t>
                      </a:r>
                      <a:r>
                        <a:rPr lang="zh-CN" altLang="en-US" sz="1200" b="0" i="0" dirty="0">
                          <a:latin typeface="Microsoft YaHei" panose="020B0503020204020204" pitchFamily="34" charset="-122"/>
                          <a:ea typeface="Microsoft YaHei" panose="020B0503020204020204" pitchFamily="34" charset="-122"/>
                        </a:rPr>
                        <a:t>（</a:t>
                      </a:r>
                      <a:r>
                        <a:rPr lang="en-US" altLang="zh-CN" sz="1200" b="0" i="0" dirty="0">
                          <a:latin typeface="Microsoft YaHei" panose="020B0503020204020204" pitchFamily="34" charset="-122"/>
                          <a:ea typeface="Microsoft YaHei" panose="020B0503020204020204" pitchFamily="34" charset="-122"/>
                        </a:rPr>
                        <a:t>V7</a:t>
                      </a:r>
                      <a:r>
                        <a:rPr lang="ja-JP" altLang="en-US" sz="1200" b="0" i="0">
                          <a:latin typeface="Microsoft YaHei" panose="020B0503020204020204" pitchFamily="34" charset="-122"/>
                          <a:ea typeface="Microsoft YaHei" panose="020B0503020204020204" pitchFamily="34" charset="-122"/>
                        </a:rPr>
                        <a:t>模组</a:t>
                      </a:r>
                      <a:r>
                        <a:rPr lang="zh-CN" altLang="en-US" sz="1200" b="0" i="0" dirty="0">
                          <a:latin typeface="Microsoft YaHei" panose="020B0503020204020204" pitchFamily="34" charset="-122"/>
                          <a:ea typeface="Microsoft YaHei" panose="020B0503020204020204" pitchFamily="34" charset="-122"/>
                        </a:rPr>
                        <a:t>）</a:t>
                      </a:r>
                      <a:endParaRPr lang="en-US" altLang="zh-CN" sz="1200" b="0" i="0" dirty="0">
                        <a:latin typeface="Microsoft YaHei" panose="020B0503020204020204" pitchFamily="34" charset="-122"/>
                        <a:ea typeface="Microsoft YaHei" panose="020B0503020204020204" pitchFamily="34" charset="-122"/>
                      </a:endParaRPr>
                    </a:p>
                    <a:p>
                      <a:pPr marL="228600" marR="0" lvl="0" indent="-228600" algn="l" defTabSz="914400" eaLnBrk="1" fontAlgn="auto" latinLnBrk="0" hangingPunct="1">
                        <a:lnSpc>
                          <a:spcPct val="100000"/>
                        </a:lnSpc>
                        <a:spcBef>
                          <a:spcPts val="0"/>
                        </a:spcBef>
                        <a:spcAft>
                          <a:spcPts val="0"/>
                        </a:spcAft>
                        <a:buClrTx/>
                        <a:buSzTx/>
                        <a:buFontTx/>
                        <a:buAutoNum type="arabicPeriod"/>
                        <a:tabLst/>
                        <a:defRPr/>
                      </a:pPr>
                      <a:r>
                        <a:rPr lang="zh-CN" altLang="en-US" sz="1200" dirty="0">
                          <a:latin typeface="+mn-lt"/>
                        </a:rPr>
                        <a:t>每五秒发送当前位置</a:t>
                      </a:r>
                      <a:endParaRPr lang="en-US" altLang="zh-CN" sz="1200" dirty="0">
                        <a:latin typeface="+mn-lt"/>
                      </a:endParaRPr>
                    </a:p>
                    <a:p>
                      <a:pPr marL="228600" indent="-228600">
                        <a:buAutoNum type="arabicPeriod"/>
                      </a:pPr>
                      <a:endParaRPr lang="en-US" altLang="zh-CN" sz="1200" b="0" i="0" dirty="0">
                        <a:latin typeface="Microsoft YaHei" panose="020B0503020204020204" pitchFamily="34" charset="-122"/>
                        <a:ea typeface="Microsoft YaHei" panose="020B0503020204020204" pitchFamily="34" charset="-122"/>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1"/>
                  </a:ext>
                </a:extLst>
              </a:tr>
            </a:tbl>
          </a:graphicData>
        </a:graphic>
      </p:graphicFrame>
      <p:sp>
        <p:nvSpPr>
          <p:cNvPr id="3" name="TextBox 2"/>
          <p:cNvSpPr txBox="1"/>
          <p:nvPr/>
        </p:nvSpPr>
        <p:spPr>
          <a:xfrm>
            <a:off x="143435" y="33244"/>
            <a:ext cx="1754094" cy="306294"/>
          </a:xfrm>
          <a:prstGeom prst="rect">
            <a:avLst/>
          </a:prstGeom>
          <a:ln>
            <a:solidFill>
              <a:srgbClr val="000000"/>
            </a:solidFill>
          </a:ln>
        </p:spPr>
        <p:txBody>
          <a:bodyPr/>
          <a:lstStyle/>
          <a:p>
            <a:r>
              <a:rPr lang="zh-CN" sz="1200"/>
              <a:t>联通室内外一体化定位</a:t>
            </a:r>
          </a:p>
        </p:txBody>
      </p:sp>
      <p:sp>
        <p:nvSpPr>
          <p:cNvPr id="4" name="TextBox 3"/>
          <p:cNvSpPr txBox="1"/>
          <p:nvPr/>
        </p:nvSpPr>
        <p:spPr>
          <a:xfrm>
            <a:off x="2120047" y="37621"/>
            <a:ext cx="1144494" cy="306294"/>
          </a:xfrm>
          <a:prstGeom prst="rect">
            <a:avLst/>
          </a:prstGeom>
          <a:ln>
            <a:solidFill>
              <a:srgbClr val="000000"/>
            </a:solidFill>
          </a:ln>
        </p:spPr>
        <p:txBody>
          <a:bodyPr/>
          <a:lstStyle/>
          <a:p>
            <a:r>
              <a:rPr lang="zh-CN" sz="1200"/>
              <a:t>产品设计文档</a:t>
            </a:r>
          </a:p>
        </p:txBody>
      </p:sp>
      <p:sp>
        <p:nvSpPr>
          <p:cNvPr id="7" name="Slide Number Placeholder 3">
            <a:extLst>
              <a:ext uri="{FF2B5EF4-FFF2-40B4-BE49-F238E27FC236}">
                <a16:creationId xmlns:a16="http://schemas.microsoft.com/office/drawing/2014/main" id="{8169DAB7-1E43-4B1B-95D3-06073148279A}"/>
              </a:ext>
            </a:extLst>
          </p:cNvPr>
          <p:cNvSpPr>
            <a:spLocks noGrp="1"/>
          </p:cNvSpPr>
          <p:nvPr>
            <p:ph type="sldNum" sz="quarter" idx="4"/>
          </p:nvPr>
        </p:nvSpPr>
        <p:spPr>
          <a:xfrm>
            <a:off x="11159411" y="9861"/>
            <a:ext cx="820423" cy="365125"/>
          </a:xfrm>
          <a:prstGeom prst="rect">
            <a:avLst/>
          </a:prstGeom>
          <a:ln>
            <a:solidFill>
              <a:schemeClr val="tx1"/>
            </a:solidFill>
          </a:ln>
        </p:spPr>
        <p:txBody>
          <a:bodyPr vert="horz" lIns="91440" tIns="45720" rIns="91440" bIns="45720" rtlCol="0" anchor="ctr"/>
          <a:lstStyle>
            <a:lvl1pPr algn="r">
              <a:defRPr sz="1200">
                <a:solidFill>
                  <a:schemeClr val="tx1">
                    <a:tint val="75000"/>
                  </a:schemeClr>
                </a:solidFill>
              </a:defRPr>
            </a:lvl1pPr>
          </a:lstStyle>
          <a:p>
            <a:r>
              <a:rPr lang="zh-CN" altLang="en-US" dirty="0">
                <a:solidFill>
                  <a:schemeClr val="tx1"/>
                </a:solidFill>
                <a:latin typeface="+mn-lt"/>
              </a:rPr>
              <a:t>页码：</a:t>
            </a:r>
            <a:fld id="{1AD6714F-7035-4D30-9C9D-FBA3B4404DC2}" type="slidenum">
              <a:rPr lang="en-CA" smtClean="0">
                <a:solidFill>
                  <a:schemeClr val="tx1"/>
                </a:solidFill>
                <a:latin typeface="+mn-lt"/>
              </a:rPr>
              <a:t>2</a:t>
            </a:fld>
            <a:endParaRPr lang="en-CA" dirty="0">
              <a:solidFill>
                <a:schemeClr val="tx1"/>
              </a:solidFill>
              <a:latin typeface="+mn-lt"/>
            </a:endParaRPr>
          </a:p>
        </p:txBody>
      </p:sp>
      <p:pic>
        <p:nvPicPr>
          <p:cNvPr id="6" name="Picture 5">
            <a:extLst>
              <a:ext uri="{FF2B5EF4-FFF2-40B4-BE49-F238E27FC236}">
                <a16:creationId xmlns:a16="http://schemas.microsoft.com/office/drawing/2014/main" id="{82B98DBE-DEEF-E847-8751-490874DEA652}"/>
              </a:ext>
            </a:extLst>
          </p:cNvPr>
          <p:cNvPicPr>
            <a:picLocks noChangeAspect="1"/>
          </p:cNvPicPr>
          <p:nvPr/>
        </p:nvPicPr>
        <p:blipFill>
          <a:blip r:embed="rId2"/>
          <a:stretch>
            <a:fillRect/>
          </a:stretch>
        </p:blipFill>
        <p:spPr>
          <a:xfrm>
            <a:off x="1219199" y="941508"/>
            <a:ext cx="3786841" cy="49413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3147373385"/>
              </p:ext>
            </p:extLst>
          </p:nvPr>
        </p:nvGraphicFramePr>
        <p:xfrm>
          <a:off x="143435" y="421341"/>
          <a:ext cx="11836400" cy="5981700"/>
        </p:xfrm>
        <a:graphic>
          <a:graphicData uri="http://schemas.openxmlformats.org/drawingml/2006/table">
            <a:tbl>
              <a:tblPr>
                <a:tableStyleId>{58542034-FE4F-4ADA-92B8-4CA66D0F0DF3}</a:tableStyleId>
              </a:tblPr>
              <a:tblGrid>
                <a:gridCol w="812800">
                  <a:extLst>
                    <a:ext uri="{9D8B030D-6E8A-4147-A177-3AD203B41FA5}">
                      <a16:colId xmlns:a16="http://schemas.microsoft.com/office/drawing/2014/main" val="20000"/>
                    </a:ext>
                  </a:extLst>
                </a:gridCol>
                <a:gridCol w="9067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81000">
                <a:tc>
                  <a:txBody>
                    <a:bodyPr/>
                    <a:lstStyle/>
                    <a:p>
                      <a:pPr algn="ctr"/>
                      <a:r>
                        <a:rPr lang="zh-CN" sz="1400"/>
                        <a:t>项目</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详细规格</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备注</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0"/>
                  </a:ext>
                </a:extLst>
              </a:tr>
              <a:tr h="5600700">
                <a:tc>
                  <a:txBody>
                    <a:bodyPr/>
                    <a:lstStyle/>
                    <a:p>
                      <a:r>
                        <a:rPr lang="zh-CN" sz="1200"/>
                        <a:t>室外定位功能</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r>
                        <a:rPr lang="zh-CN" sz="1200" dirty="0"/>
                        <a:t>1. </a:t>
                      </a:r>
                      <a:r>
                        <a:rPr lang="en-US" altLang="zh-CN" sz="1200" b="0" i="0" dirty="0">
                          <a:latin typeface="Microsoft YaHei" panose="020B0503020204020204" pitchFamily="34" charset="-122"/>
                          <a:ea typeface="Microsoft YaHei" panose="020B0503020204020204" pitchFamily="34" charset="-122"/>
                        </a:rPr>
                        <a:t>V7</a:t>
                      </a:r>
                      <a:r>
                        <a:rPr lang="ja-JP" altLang="en-US" sz="1200" b="0" i="0">
                          <a:latin typeface="Microsoft YaHei" panose="020B0503020204020204" pitchFamily="34" charset="-122"/>
                          <a:ea typeface="Microsoft YaHei" panose="020B0503020204020204" pitchFamily="34" charset="-122"/>
                        </a:rPr>
                        <a:t>模组判断是否在室内</a:t>
                      </a:r>
                      <a:endParaRPr lang="en-US" altLang="zh-CN" sz="1200" b="0" i="0" dirty="0">
                        <a:latin typeface="Microsoft YaHei" panose="020B0503020204020204" pitchFamily="34" charset="-122"/>
                        <a:ea typeface="Microsoft YaHei" panose="020B0503020204020204" pitchFamily="34" charset="-122"/>
                      </a:endParaRPr>
                    </a:p>
                    <a:p>
                      <a:r>
                        <a:rPr lang="en-US" altLang="zh-CN" sz="1200" dirty="0"/>
                        <a:t>2</a:t>
                      </a:r>
                      <a:r>
                        <a:rPr lang="zh-CN" sz="1200" dirty="0"/>
                        <a:t>. </a:t>
                      </a:r>
                      <a:r>
                        <a:rPr lang="zh-CN" sz="1200" dirty="0">
                          <a:solidFill>
                            <a:srgbClr val="000000"/>
                          </a:solidFill>
                          <a:latin typeface="Arial"/>
                          <a:ea typeface="微软雅黑"/>
                        </a:rPr>
                        <a:t>每隔10分钟记录一次GPS位置数据</a:t>
                      </a:r>
                      <a:endParaRPr lang="en-US" altLang="zh-CN" sz="1200" dirty="0">
                        <a:solidFill>
                          <a:srgbClr val="000000"/>
                        </a:solidFill>
                        <a:latin typeface="Arial"/>
                        <a:ea typeface="微软雅黑"/>
                      </a:endParaRPr>
                    </a:p>
                    <a:p>
                      <a:r>
                        <a:rPr lang="en-US" altLang="zh-CN" sz="1200" dirty="0">
                          <a:solidFill>
                            <a:srgbClr val="000000"/>
                          </a:solidFill>
                          <a:latin typeface="Arial"/>
                          <a:ea typeface="微软雅黑"/>
                        </a:rPr>
                        <a:t>3.</a:t>
                      </a:r>
                      <a:r>
                        <a:rPr lang="zh-CN" altLang="en-US" sz="1200" dirty="0">
                          <a:solidFill>
                            <a:srgbClr val="000000"/>
                          </a:solidFill>
                          <a:latin typeface="Arial"/>
                          <a:ea typeface="微软雅黑"/>
                        </a:rPr>
                        <a:t> </a:t>
                      </a:r>
                      <a:r>
                        <a:rPr lang="ja-JP" altLang="en-US" sz="1200">
                          <a:solidFill>
                            <a:srgbClr val="000000"/>
                          </a:solidFill>
                          <a:latin typeface="Arial"/>
                          <a:ea typeface="微软雅黑"/>
                        </a:rPr>
                        <a:t>每小时通过</a:t>
                      </a:r>
                      <a:r>
                        <a:rPr lang="en-US" altLang="ja-JP" sz="1200" dirty="0">
                          <a:solidFill>
                            <a:srgbClr val="000000"/>
                          </a:solidFill>
                          <a:latin typeface="Arial"/>
                          <a:ea typeface="微软雅黑"/>
                        </a:rPr>
                        <a:t>NB</a:t>
                      </a:r>
                      <a:r>
                        <a:rPr lang="ja-JP" altLang="en-US" sz="1200">
                          <a:solidFill>
                            <a:srgbClr val="000000"/>
                          </a:solidFill>
                          <a:latin typeface="Arial"/>
                          <a:ea typeface="微软雅黑"/>
                        </a:rPr>
                        <a:t>上传定位数据</a:t>
                      </a:r>
                      <a:endParaRPr lang="en-US" altLang="zh-CN" sz="1200" dirty="0">
                        <a:solidFill>
                          <a:srgbClr val="000000"/>
                        </a:solidFill>
                        <a:latin typeface="Arial"/>
                        <a:ea typeface="微软雅黑"/>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1"/>
                  </a:ext>
                </a:extLst>
              </a:tr>
            </a:tbl>
          </a:graphicData>
        </a:graphic>
      </p:graphicFrame>
      <p:sp>
        <p:nvSpPr>
          <p:cNvPr id="3" name="TextBox 2"/>
          <p:cNvSpPr txBox="1"/>
          <p:nvPr/>
        </p:nvSpPr>
        <p:spPr>
          <a:xfrm>
            <a:off x="143435" y="33244"/>
            <a:ext cx="1754094" cy="306294"/>
          </a:xfrm>
          <a:prstGeom prst="rect">
            <a:avLst/>
          </a:prstGeom>
          <a:ln>
            <a:solidFill>
              <a:srgbClr val="000000"/>
            </a:solidFill>
          </a:ln>
        </p:spPr>
        <p:txBody>
          <a:bodyPr/>
          <a:lstStyle/>
          <a:p>
            <a:r>
              <a:rPr lang="zh-CN" sz="1200"/>
              <a:t>联通室内外一体化定位</a:t>
            </a:r>
          </a:p>
        </p:txBody>
      </p:sp>
      <p:sp>
        <p:nvSpPr>
          <p:cNvPr id="4" name="TextBox 3"/>
          <p:cNvSpPr txBox="1"/>
          <p:nvPr/>
        </p:nvSpPr>
        <p:spPr>
          <a:xfrm>
            <a:off x="2120047" y="37621"/>
            <a:ext cx="1144494" cy="306294"/>
          </a:xfrm>
          <a:prstGeom prst="rect">
            <a:avLst/>
          </a:prstGeom>
          <a:ln>
            <a:solidFill>
              <a:srgbClr val="000000"/>
            </a:solidFill>
          </a:ln>
        </p:spPr>
        <p:txBody>
          <a:bodyPr/>
          <a:lstStyle/>
          <a:p>
            <a:r>
              <a:rPr lang="zh-CN" sz="1200"/>
              <a:t>产品设计文档</a:t>
            </a:r>
          </a:p>
        </p:txBody>
      </p:sp>
      <p:sp>
        <p:nvSpPr>
          <p:cNvPr id="7" name="Slide Number Placeholder 3">
            <a:extLst>
              <a:ext uri="{FF2B5EF4-FFF2-40B4-BE49-F238E27FC236}">
                <a16:creationId xmlns:a16="http://schemas.microsoft.com/office/drawing/2014/main" id="{09C31074-B943-4FD2-A198-68F794671E6C}"/>
              </a:ext>
            </a:extLst>
          </p:cNvPr>
          <p:cNvSpPr>
            <a:spLocks noGrp="1"/>
          </p:cNvSpPr>
          <p:nvPr>
            <p:ph type="sldNum" sz="quarter" idx="4"/>
          </p:nvPr>
        </p:nvSpPr>
        <p:spPr>
          <a:xfrm>
            <a:off x="11159411" y="9861"/>
            <a:ext cx="820423" cy="365125"/>
          </a:xfrm>
          <a:prstGeom prst="rect">
            <a:avLst/>
          </a:prstGeom>
          <a:ln>
            <a:solidFill>
              <a:schemeClr val="tx1"/>
            </a:solidFill>
          </a:ln>
        </p:spPr>
        <p:txBody>
          <a:bodyPr vert="horz" lIns="91440" tIns="45720" rIns="91440" bIns="45720" rtlCol="0" anchor="ctr"/>
          <a:lstStyle>
            <a:lvl1pPr algn="r">
              <a:defRPr sz="1200">
                <a:solidFill>
                  <a:schemeClr val="tx1">
                    <a:tint val="75000"/>
                  </a:schemeClr>
                </a:solidFill>
              </a:defRPr>
            </a:lvl1pPr>
          </a:lstStyle>
          <a:p>
            <a:r>
              <a:rPr lang="zh-CN" altLang="en-US" dirty="0">
                <a:solidFill>
                  <a:schemeClr val="tx1"/>
                </a:solidFill>
                <a:latin typeface="+mn-lt"/>
              </a:rPr>
              <a:t>页码：</a:t>
            </a:r>
            <a:fld id="{1AD6714F-7035-4D30-9C9D-FBA3B4404DC2}" type="slidenum">
              <a:rPr lang="en-CA" smtClean="0">
                <a:solidFill>
                  <a:schemeClr val="tx1"/>
                </a:solidFill>
                <a:latin typeface="+mn-lt"/>
              </a:rPr>
              <a:t>3</a:t>
            </a:fld>
            <a:endParaRPr lang="en-CA" dirty="0">
              <a:solidFill>
                <a:schemeClr val="tx1"/>
              </a:solidFill>
              <a:latin typeface="+mn-lt"/>
            </a:endParaRPr>
          </a:p>
        </p:txBody>
      </p:sp>
      <p:pic>
        <p:nvPicPr>
          <p:cNvPr id="6" name="Picture 5">
            <a:extLst>
              <a:ext uri="{FF2B5EF4-FFF2-40B4-BE49-F238E27FC236}">
                <a16:creationId xmlns:a16="http://schemas.microsoft.com/office/drawing/2014/main" id="{0EBB7FC8-952E-8345-82CC-03ABFE639B12}"/>
              </a:ext>
            </a:extLst>
          </p:cNvPr>
          <p:cNvPicPr>
            <a:picLocks noChangeAspect="1"/>
          </p:cNvPicPr>
          <p:nvPr/>
        </p:nvPicPr>
        <p:blipFill>
          <a:blip r:embed="rId2"/>
          <a:stretch>
            <a:fillRect/>
          </a:stretch>
        </p:blipFill>
        <p:spPr>
          <a:xfrm>
            <a:off x="1409947" y="1093694"/>
            <a:ext cx="3709187" cy="47971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nvGraphicFramePr>
        <p:xfrm>
          <a:off x="143435" y="421341"/>
          <a:ext cx="11836400" cy="5981700"/>
        </p:xfrm>
        <a:graphic>
          <a:graphicData uri="http://schemas.openxmlformats.org/drawingml/2006/table">
            <a:tbl>
              <a:tblPr>
                <a:tableStyleId>{58542034-FE4F-4ADA-92B8-4CA66D0F0DF3}</a:tableStyleId>
              </a:tblPr>
              <a:tblGrid>
                <a:gridCol w="812800">
                  <a:extLst>
                    <a:ext uri="{9D8B030D-6E8A-4147-A177-3AD203B41FA5}">
                      <a16:colId xmlns:a16="http://schemas.microsoft.com/office/drawing/2014/main" val="20000"/>
                    </a:ext>
                  </a:extLst>
                </a:gridCol>
                <a:gridCol w="9067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81000">
                <a:tc>
                  <a:txBody>
                    <a:bodyPr/>
                    <a:lstStyle/>
                    <a:p>
                      <a:pPr algn="ctr"/>
                      <a:r>
                        <a:rPr lang="zh-CN" sz="1400"/>
                        <a:t>项目</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详细规格</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备注</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0"/>
                  </a:ext>
                </a:extLst>
              </a:tr>
              <a:tr h="5600700">
                <a:tc>
                  <a:txBody>
                    <a:bodyPr/>
                    <a:lstStyle/>
                    <a:p>
                      <a:r>
                        <a:rPr lang="zh-CN" sz="1200"/>
                        <a:t>温湿度传感器功能</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r>
                        <a:rPr lang="zh-CN" sz="1200"/>
                        <a:t>1. 室外场景下：每隔1分钟记录一次传感器数据（温湿度、光照），数据缓存于产品内存中，每隔60分钟，MCU主动唤醒NB模块，上报一次缓存中的全部数据；</a:t>
                      </a:r>
                    </a:p>
                    <a:p>
                      <a:r>
                        <a:rPr lang="zh-CN" sz="1200"/>
                        <a:t>2. </a:t>
                      </a:r>
                      <a:r>
                        <a:rPr lang="zh-CN" sz="1200">
                          <a:solidFill>
                            <a:srgbClr val="000000"/>
                          </a:solidFill>
                          <a:latin typeface="Arial"/>
                          <a:ea typeface="微软雅黑"/>
                        </a:rPr>
                        <a:t>室内场景下：每隔1分钟记录一次传感器数据（温湿度、光照），数据缓存于产品内存中，每隔60分钟，MCU主动唤醒NB模块，上报一次缓存中的全部数据。</a:t>
                      </a:r>
                    </a:p>
                    <a:p>
                      <a:endParaRPr lang="zh-CN" sz="120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1"/>
                  </a:ext>
                </a:extLst>
              </a:tr>
            </a:tbl>
          </a:graphicData>
        </a:graphic>
      </p:graphicFrame>
      <p:sp>
        <p:nvSpPr>
          <p:cNvPr id="3" name="TextBox 2"/>
          <p:cNvSpPr txBox="1"/>
          <p:nvPr/>
        </p:nvSpPr>
        <p:spPr>
          <a:xfrm>
            <a:off x="143435" y="33244"/>
            <a:ext cx="1754094" cy="306294"/>
          </a:xfrm>
          <a:prstGeom prst="rect">
            <a:avLst/>
          </a:prstGeom>
          <a:ln>
            <a:solidFill>
              <a:srgbClr val="000000"/>
            </a:solidFill>
          </a:ln>
        </p:spPr>
        <p:txBody>
          <a:bodyPr/>
          <a:lstStyle/>
          <a:p>
            <a:r>
              <a:rPr lang="zh-CN" sz="1200"/>
              <a:t>联通室内外一体化定位</a:t>
            </a:r>
          </a:p>
        </p:txBody>
      </p:sp>
      <p:sp>
        <p:nvSpPr>
          <p:cNvPr id="4" name="TextBox 3"/>
          <p:cNvSpPr txBox="1"/>
          <p:nvPr/>
        </p:nvSpPr>
        <p:spPr>
          <a:xfrm>
            <a:off x="2120047" y="37621"/>
            <a:ext cx="1144494" cy="306294"/>
          </a:xfrm>
          <a:prstGeom prst="rect">
            <a:avLst/>
          </a:prstGeom>
          <a:ln>
            <a:solidFill>
              <a:srgbClr val="000000"/>
            </a:solidFill>
          </a:ln>
        </p:spPr>
        <p:txBody>
          <a:bodyPr/>
          <a:lstStyle/>
          <a:p>
            <a:r>
              <a:rPr lang="zh-CN" sz="1200"/>
              <a:t>产品设计文档</a:t>
            </a:r>
          </a:p>
        </p:txBody>
      </p:sp>
      <p:pic>
        <p:nvPicPr>
          <p:cNvPr id="5" name="Picture 4"/>
          <p:cNvPicPr/>
          <p:nvPr/>
        </p:nvPicPr>
        <p:blipFill>
          <a:blip r:embed="rId2"/>
          <a:stretch/>
        </p:blipFill>
        <p:spPr>
          <a:xfrm>
            <a:off x="1621112" y="852768"/>
            <a:ext cx="4453283" cy="5534959"/>
          </a:xfrm>
          <a:prstGeom prst="rect">
            <a:avLst/>
          </a:prstGeom>
        </p:spPr>
      </p:pic>
      <p:sp>
        <p:nvSpPr>
          <p:cNvPr id="7" name="Slide Number Placeholder 3">
            <a:extLst>
              <a:ext uri="{FF2B5EF4-FFF2-40B4-BE49-F238E27FC236}">
                <a16:creationId xmlns:a16="http://schemas.microsoft.com/office/drawing/2014/main" id="{B0AE171C-8D31-4D79-A2DA-4E994DE4B3D9}"/>
              </a:ext>
            </a:extLst>
          </p:cNvPr>
          <p:cNvSpPr>
            <a:spLocks noGrp="1"/>
          </p:cNvSpPr>
          <p:nvPr>
            <p:ph type="sldNum" sz="quarter" idx="4"/>
          </p:nvPr>
        </p:nvSpPr>
        <p:spPr>
          <a:xfrm>
            <a:off x="11159411" y="9861"/>
            <a:ext cx="820423" cy="365125"/>
          </a:xfrm>
          <a:prstGeom prst="rect">
            <a:avLst/>
          </a:prstGeom>
          <a:ln>
            <a:solidFill>
              <a:schemeClr val="tx1"/>
            </a:solidFill>
          </a:ln>
        </p:spPr>
        <p:txBody>
          <a:bodyPr vert="horz" lIns="91440" tIns="45720" rIns="91440" bIns="45720" rtlCol="0" anchor="ctr"/>
          <a:lstStyle>
            <a:lvl1pPr algn="r">
              <a:defRPr sz="1200">
                <a:solidFill>
                  <a:schemeClr val="tx1">
                    <a:tint val="75000"/>
                  </a:schemeClr>
                </a:solidFill>
              </a:defRPr>
            </a:lvl1pPr>
          </a:lstStyle>
          <a:p>
            <a:r>
              <a:rPr lang="zh-CN" altLang="en-US" dirty="0">
                <a:solidFill>
                  <a:schemeClr val="tx1"/>
                </a:solidFill>
                <a:latin typeface="+mn-lt"/>
              </a:rPr>
              <a:t>页码：</a:t>
            </a:r>
            <a:fld id="{1AD6714F-7035-4D30-9C9D-FBA3B4404DC2}" type="slidenum">
              <a:rPr lang="en-CA" smtClean="0">
                <a:solidFill>
                  <a:schemeClr val="tx1"/>
                </a:solidFill>
                <a:latin typeface="+mn-lt"/>
              </a:rPr>
              <a:t>4</a:t>
            </a:fld>
            <a:endParaRPr lang="en-CA" dirty="0">
              <a:solidFill>
                <a:schemeClr val="tx1"/>
              </a:solidFill>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187069108"/>
              </p:ext>
            </p:extLst>
          </p:nvPr>
        </p:nvGraphicFramePr>
        <p:xfrm>
          <a:off x="143435" y="421341"/>
          <a:ext cx="11836400" cy="5981700"/>
        </p:xfrm>
        <a:graphic>
          <a:graphicData uri="http://schemas.openxmlformats.org/drawingml/2006/table">
            <a:tbl>
              <a:tblPr>
                <a:tableStyleId>{58542034-FE4F-4ADA-92B8-4CA66D0F0DF3}</a:tableStyleId>
              </a:tblPr>
              <a:tblGrid>
                <a:gridCol w="812800">
                  <a:extLst>
                    <a:ext uri="{9D8B030D-6E8A-4147-A177-3AD203B41FA5}">
                      <a16:colId xmlns:a16="http://schemas.microsoft.com/office/drawing/2014/main" val="20000"/>
                    </a:ext>
                  </a:extLst>
                </a:gridCol>
                <a:gridCol w="9067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81000">
                <a:tc>
                  <a:txBody>
                    <a:bodyPr/>
                    <a:lstStyle/>
                    <a:p>
                      <a:pPr algn="ctr"/>
                      <a:r>
                        <a:rPr lang="zh-CN" sz="1400"/>
                        <a:t>项目</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详细规格</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备注</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0"/>
                  </a:ext>
                </a:extLst>
              </a:tr>
              <a:tr h="5600700">
                <a:tc>
                  <a:txBody>
                    <a:bodyPr/>
                    <a:lstStyle/>
                    <a:p>
                      <a:r>
                        <a:rPr lang="zh-CN" sz="1200" dirty="0"/>
                        <a:t>防拆卸功能</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endParaRPr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r>
                        <a:rPr lang="zh-CN" sz="1200" dirty="0"/>
                        <a:t>1. 当模块安装以后，激活防拆卸功能，通过nbiot上传</a:t>
                      </a:r>
                      <a:r>
                        <a:rPr lang="zh-CN" altLang="en-US" sz="1200" dirty="0"/>
                        <a:t>。</a:t>
                      </a:r>
                      <a:endParaRPr lang="zh-CN" sz="1200" dirty="0"/>
                    </a:p>
                    <a:p>
                      <a:endParaRPr lang="zh-CN" sz="1200"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1"/>
                  </a:ext>
                </a:extLst>
              </a:tr>
            </a:tbl>
          </a:graphicData>
        </a:graphic>
      </p:graphicFrame>
      <p:sp>
        <p:nvSpPr>
          <p:cNvPr id="3" name="TextBox 2"/>
          <p:cNvSpPr txBox="1"/>
          <p:nvPr/>
        </p:nvSpPr>
        <p:spPr>
          <a:xfrm>
            <a:off x="143435" y="33244"/>
            <a:ext cx="1754094" cy="306294"/>
          </a:xfrm>
          <a:prstGeom prst="rect">
            <a:avLst/>
          </a:prstGeom>
          <a:ln>
            <a:solidFill>
              <a:srgbClr val="000000"/>
            </a:solidFill>
          </a:ln>
        </p:spPr>
        <p:txBody>
          <a:bodyPr/>
          <a:lstStyle/>
          <a:p>
            <a:r>
              <a:rPr lang="zh-CN" sz="1200"/>
              <a:t>联通室内外一体化定位</a:t>
            </a:r>
          </a:p>
        </p:txBody>
      </p:sp>
      <p:sp>
        <p:nvSpPr>
          <p:cNvPr id="4" name="TextBox 3"/>
          <p:cNvSpPr txBox="1"/>
          <p:nvPr/>
        </p:nvSpPr>
        <p:spPr>
          <a:xfrm>
            <a:off x="2120047" y="37621"/>
            <a:ext cx="1144494" cy="306294"/>
          </a:xfrm>
          <a:prstGeom prst="rect">
            <a:avLst/>
          </a:prstGeom>
          <a:ln>
            <a:solidFill>
              <a:srgbClr val="000000"/>
            </a:solidFill>
          </a:ln>
        </p:spPr>
        <p:txBody>
          <a:bodyPr/>
          <a:lstStyle/>
          <a:p>
            <a:r>
              <a:rPr lang="zh-CN" sz="1200"/>
              <a:t>产品设计文档</a:t>
            </a:r>
          </a:p>
        </p:txBody>
      </p:sp>
      <p:pic>
        <p:nvPicPr>
          <p:cNvPr id="5" name="Picture 4"/>
          <p:cNvPicPr/>
          <p:nvPr/>
        </p:nvPicPr>
        <p:blipFill>
          <a:blip r:embed="rId2"/>
          <a:stretch/>
        </p:blipFill>
        <p:spPr>
          <a:xfrm>
            <a:off x="1277386" y="932329"/>
            <a:ext cx="2912197" cy="5385324"/>
          </a:xfrm>
          <a:prstGeom prst="rect">
            <a:avLst/>
          </a:prstGeom>
        </p:spPr>
      </p:pic>
      <p:sp>
        <p:nvSpPr>
          <p:cNvPr id="7" name="Slide Number Placeholder 3">
            <a:extLst>
              <a:ext uri="{FF2B5EF4-FFF2-40B4-BE49-F238E27FC236}">
                <a16:creationId xmlns:a16="http://schemas.microsoft.com/office/drawing/2014/main" id="{725E86A2-C8CA-4EA8-A995-830E75CC31B6}"/>
              </a:ext>
            </a:extLst>
          </p:cNvPr>
          <p:cNvSpPr>
            <a:spLocks noGrp="1"/>
          </p:cNvSpPr>
          <p:nvPr>
            <p:ph type="sldNum" sz="quarter" idx="4"/>
          </p:nvPr>
        </p:nvSpPr>
        <p:spPr>
          <a:xfrm>
            <a:off x="11159411" y="9861"/>
            <a:ext cx="820423" cy="365125"/>
          </a:xfrm>
          <a:prstGeom prst="rect">
            <a:avLst/>
          </a:prstGeom>
          <a:ln>
            <a:solidFill>
              <a:schemeClr val="tx1"/>
            </a:solidFill>
          </a:ln>
        </p:spPr>
        <p:txBody>
          <a:bodyPr vert="horz" lIns="91440" tIns="45720" rIns="91440" bIns="45720" rtlCol="0" anchor="ctr"/>
          <a:lstStyle>
            <a:lvl1pPr algn="r">
              <a:defRPr sz="1200">
                <a:solidFill>
                  <a:schemeClr val="tx1">
                    <a:tint val="75000"/>
                  </a:schemeClr>
                </a:solidFill>
              </a:defRPr>
            </a:lvl1pPr>
          </a:lstStyle>
          <a:p>
            <a:r>
              <a:rPr lang="zh-CN" altLang="en-US" dirty="0">
                <a:solidFill>
                  <a:schemeClr val="tx1"/>
                </a:solidFill>
                <a:latin typeface="+mn-lt"/>
              </a:rPr>
              <a:t>页码：</a:t>
            </a:r>
            <a:fld id="{1AD6714F-7035-4D30-9C9D-FBA3B4404DC2}" type="slidenum">
              <a:rPr lang="en-CA" smtClean="0">
                <a:solidFill>
                  <a:schemeClr val="tx1"/>
                </a:solidFill>
                <a:latin typeface="+mn-lt"/>
              </a:rPr>
              <a:t>5</a:t>
            </a:fld>
            <a:endParaRPr lang="en-CA" dirty="0">
              <a:solidFill>
                <a:schemeClr val="tx1"/>
              </a:solidFill>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3205547560"/>
              </p:ext>
            </p:extLst>
          </p:nvPr>
        </p:nvGraphicFramePr>
        <p:xfrm>
          <a:off x="143435" y="421341"/>
          <a:ext cx="11836400" cy="5981700"/>
        </p:xfrm>
        <a:graphic>
          <a:graphicData uri="http://schemas.openxmlformats.org/drawingml/2006/table">
            <a:tbl>
              <a:tblPr>
                <a:tableStyleId>{58542034-FE4F-4ADA-92B8-4CA66D0F0DF3}</a:tableStyleId>
              </a:tblPr>
              <a:tblGrid>
                <a:gridCol w="812800">
                  <a:extLst>
                    <a:ext uri="{9D8B030D-6E8A-4147-A177-3AD203B41FA5}">
                      <a16:colId xmlns:a16="http://schemas.microsoft.com/office/drawing/2014/main" val="20000"/>
                    </a:ext>
                  </a:extLst>
                </a:gridCol>
                <a:gridCol w="9067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81000">
                <a:tc>
                  <a:txBody>
                    <a:bodyPr/>
                    <a:lstStyle/>
                    <a:p>
                      <a:pPr algn="ctr"/>
                      <a:r>
                        <a:rPr lang="zh-CN" sz="1400"/>
                        <a:t>项目</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详细规格</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备注</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0"/>
                  </a:ext>
                </a:extLst>
              </a:tr>
              <a:tr h="5600700">
                <a:tc>
                  <a:txBody>
                    <a:bodyPr/>
                    <a:lstStyle/>
                    <a:p>
                      <a:r>
                        <a:rPr lang="ja-JP" altLang="en-US" sz="1200">
                          <a:latin typeface="Microsoft YaHei" panose="020B0503020204020204" pitchFamily="34" charset="-122"/>
                          <a:ea typeface="Microsoft YaHei" panose="020B0503020204020204" pitchFamily="34" charset="-122"/>
                        </a:rPr>
                        <a:t>芯片选型</a:t>
                      </a:r>
                      <a:endParaRPr lang="zh-CN" sz="1200" dirty="0">
                        <a:latin typeface="Microsoft YaHei" panose="020B0503020204020204" pitchFamily="34" charset="-122"/>
                        <a:ea typeface="Microsoft YaHei" panose="020B0503020204020204" pitchFamily="34" charset="-122"/>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lvl="0"/>
                      <a:r>
                        <a:rPr lang="en-US" altLang="zh-CN" sz="1200" dirty="0"/>
                        <a:t>1.</a:t>
                      </a:r>
                      <a:r>
                        <a:rPr lang="zh-CN" altLang="en-US" sz="1200" dirty="0"/>
                        <a:t> </a:t>
                      </a:r>
                      <a:r>
                        <a:rPr lang="zh-CN" altLang="en-US" sz="1200" kern="1200" dirty="0">
                          <a:solidFill>
                            <a:srgbClr val="000000"/>
                          </a:solidFill>
                          <a:effectLst/>
                          <a:latin typeface="+mn-lt"/>
                          <a:ea typeface="+mn-ea"/>
                          <a:cs typeface="+mn-cs"/>
                        </a:rPr>
                        <a:t>移远</a:t>
                      </a:r>
                      <a:r>
                        <a:rPr lang="en-US" sz="1200" kern="1200" dirty="0">
                          <a:solidFill>
                            <a:srgbClr val="000000"/>
                          </a:solidFill>
                          <a:effectLst/>
                          <a:latin typeface="+mn-lt"/>
                          <a:ea typeface="+mn-ea"/>
                          <a:cs typeface="+mn-cs"/>
                        </a:rPr>
                        <a:t>BC20</a:t>
                      </a:r>
                    </a:p>
                    <a:p>
                      <a:pPr marL="628650" lvl="1" indent="-171450">
                        <a:buFont typeface="Arial" panose="020B0604020202020204" pitchFamily="34" charset="0"/>
                        <a:buChar char="•"/>
                      </a:pPr>
                      <a:r>
                        <a:rPr lang="zh-CN" altLang="en-US" sz="1200" kern="1200" dirty="0">
                          <a:solidFill>
                            <a:srgbClr val="000000"/>
                          </a:solidFill>
                          <a:effectLst/>
                          <a:latin typeface="+mn-lt"/>
                          <a:ea typeface="+mn-ea"/>
                          <a:cs typeface="+mn-cs"/>
                        </a:rPr>
                        <a:t>特点：</a:t>
                      </a:r>
                      <a:r>
                        <a:rPr lang="en-US" sz="1200" kern="1200" dirty="0" err="1">
                          <a:solidFill>
                            <a:srgbClr val="000000"/>
                          </a:solidFill>
                          <a:effectLst/>
                          <a:latin typeface="+mn-lt"/>
                          <a:ea typeface="+mn-ea"/>
                          <a:cs typeface="+mn-cs"/>
                        </a:rPr>
                        <a:t>gps</a:t>
                      </a:r>
                      <a:r>
                        <a:rPr lang="zh-CN" altLang="en-US" sz="1200" kern="1200" dirty="0">
                          <a:solidFill>
                            <a:srgbClr val="000000"/>
                          </a:solidFill>
                          <a:effectLst/>
                          <a:latin typeface="+mn-lt"/>
                          <a:ea typeface="+mn-ea"/>
                          <a:cs typeface="+mn-cs"/>
                        </a:rPr>
                        <a:t>与</a:t>
                      </a:r>
                      <a:r>
                        <a:rPr lang="en-US" sz="1200" kern="1200" dirty="0" err="1">
                          <a:solidFill>
                            <a:srgbClr val="000000"/>
                          </a:solidFill>
                          <a:effectLst/>
                          <a:latin typeface="+mn-lt"/>
                          <a:ea typeface="+mn-ea"/>
                          <a:cs typeface="+mn-cs"/>
                        </a:rPr>
                        <a:t>nbiot</a:t>
                      </a:r>
                      <a:r>
                        <a:rPr lang="zh-CN" altLang="en-US" sz="1200" kern="1200" dirty="0">
                          <a:solidFill>
                            <a:srgbClr val="000000"/>
                          </a:solidFill>
                          <a:effectLst/>
                          <a:latin typeface="+mn-lt"/>
                          <a:ea typeface="+mn-ea"/>
                          <a:cs typeface="+mn-cs"/>
                        </a:rPr>
                        <a:t>二合一，更低的成本与功耗，更小的片上面积</a:t>
                      </a:r>
                      <a:endParaRPr lang="en-US" sz="1200" kern="1200" dirty="0">
                        <a:solidFill>
                          <a:srgbClr val="000000"/>
                        </a:solidFill>
                        <a:effectLst/>
                        <a:latin typeface="+mn-lt"/>
                        <a:ea typeface="+mn-ea"/>
                        <a:cs typeface="+mn-cs"/>
                      </a:endParaRPr>
                    </a:p>
                    <a:p>
                      <a:pPr marL="628650" lvl="1" indent="-171450">
                        <a:buFont typeface="Arial" panose="020B0604020202020204" pitchFamily="34" charset="0"/>
                        <a:buChar char="•"/>
                      </a:pPr>
                      <a:r>
                        <a:rPr lang="zh-CN" altLang="en-US" sz="1200" kern="1200" dirty="0">
                          <a:solidFill>
                            <a:srgbClr val="000000"/>
                          </a:solidFill>
                          <a:effectLst/>
                          <a:latin typeface="+mn-lt"/>
                          <a:ea typeface="+mn-ea"/>
                          <a:cs typeface="+mn-cs"/>
                        </a:rPr>
                        <a:t>超低功耗：</a:t>
                      </a:r>
                      <a:r>
                        <a:rPr lang="en-US" sz="1200" kern="1200" dirty="0">
                          <a:solidFill>
                            <a:srgbClr val="000000"/>
                          </a:solidFill>
                          <a:effectLst/>
                          <a:latin typeface="+mn-lt"/>
                          <a:ea typeface="+mn-ea"/>
                          <a:cs typeface="+mn-cs"/>
                        </a:rPr>
                        <a:t>3.7uA(PSM), 0.25mA(</a:t>
                      </a:r>
                      <a:r>
                        <a:rPr lang="en-US" sz="1200" kern="1200" dirty="0" err="1">
                          <a:solidFill>
                            <a:srgbClr val="000000"/>
                          </a:solidFill>
                          <a:effectLst/>
                          <a:latin typeface="+mn-lt"/>
                          <a:ea typeface="+mn-ea"/>
                          <a:cs typeface="+mn-cs"/>
                        </a:rPr>
                        <a:t>eDRX</a:t>
                      </a:r>
                      <a:r>
                        <a:rPr lang="en-US" sz="1200" kern="1200" dirty="0">
                          <a:solidFill>
                            <a:srgbClr val="000000"/>
                          </a:solidFill>
                          <a:effectLst/>
                          <a:latin typeface="+mn-lt"/>
                          <a:ea typeface="+mn-ea"/>
                          <a:cs typeface="+mn-cs"/>
                        </a:rPr>
                        <a:t>), 0.37mA(DRX), 119mA(Active)</a:t>
                      </a:r>
                    </a:p>
                    <a:p>
                      <a:pPr marL="628650" lvl="1" indent="-171450">
                        <a:buFont typeface="Arial" panose="020B0604020202020204" pitchFamily="34" charset="0"/>
                        <a:buChar char="•"/>
                      </a:pPr>
                      <a:r>
                        <a:rPr lang="zh-CN" altLang="en-US" sz="1200" kern="1200" dirty="0">
                          <a:solidFill>
                            <a:srgbClr val="000000"/>
                          </a:solidFill>
                          <a:effectLst/>
                          <a:latin typeface="+mn-lt"/>
                          <a:ea typeface="+mn-ea"/>
                          <a:cs typeface="+mn-cs"/>
                        </a:rPr>
                        <a:t>支持高速移动（</a:t>
                      </a:r>
                      <a:r>
                        <a:rPr lang="en-US" sz="1200" kern="1200" dirty="0">
                          <a:solidFill>
                            <a:srgbClr val="000000"/>
                          </a:solidFill>
                          <a:effectLst/>
                          <a:latin typeface="+mn-lt"/>
                          <a:ea typeface="+mn-ea"/>
                          <a:cs typeface="+mn-cs"/>
                        </a:rPr>
                        <a:t>80km/h</a:t>
                      </a:r>
                      <a:r>
                        <a:rPr lang="zh-CN" altLang="en-US" sz="1200" kern="1200" dirty="0">
                          <a:solidFill>
                            <a:srgbClr val="000000"/>
                          </a:solidFill>
                          <a:effectLst/>
                          <a:latin typeface="+mn-lt"/>
                          <a:ea typeface="+mn-ea"/>
                          <a:cs typeface="+mn-cs"/>
                        </a:rPr>
                        <a:t>～</a:t>
                      </a:r>
                      <a:r>
                        <a:rPr lang="en-US" sz="1200" kern="1200" dirty="0">
                          <a:solidFill>
                            <a:srgbClr val="000000"/>
                          </a:solidFill>
                          <a:effectLst/>
                          <a:latin typeface="+mn-lt"/>
                          <a:ea typeface="+mn-ea"/>
                          <a:cs typeface="+mn-cs"/>
                        </a:rPr>
                        <a:t>120km/h</a:t>
                      </a:r>
                      <a:r>
                        <a:rPr lang="zh-CN" altLang="en-US" sz="1200" kern="1200" dirty="0">
                          <a:solidFill>
                            <a:srgbClr val="000000"/>
                          </a:solidFill>
                          <a:effectLst/>
                          <a:latin typeface="+mn-lt"/>
                          <a:ea typeface="+mn-ea"/>
                          <a:cs typeface="+mn-cs"/>
                        </a:rPr>
                        <a:t>）</a:t>
                      </a:r>
                      <a:endParaRPr lang="en-US" sz="1200" kern="1200" dirty="0">
                        <a:solidFill>
                          <a:srgbClr val="000000"/>
                        </a:solidFill>
                        <a:effectLst/>
                        <a:latin typeface="+mn-lt"/>
                        <a:ea typeface="+mn-ea"/>
                        <a:cs typeface="+mn-cs"/>
                      </a:endParaRPr>
                    </a:p>
                    <a:p>
                      <a:pPr marL="628650" lvl="1" indent="-171450">
                        <a:buFont typeface="Arial" panose="020B0604020202020204" pitchFamily="34" charset="0"/>
                        <a:buChar char="•"/>
                      </a:pPr>
                      <a:r>
                        <a:rPr lang="zh-CN" altLang="en-US" sz="1200" kern="1200" dirty="0">
                          <a:solidFill>
                            <a:srgbClr val="000000"/>
                          </a:solidFill>
                          <a:effectLst/>
                          <a:latin typeface="+mn-lt"/>
                          <a:ea typeface="+mn-ea"/>
                          <a:cs typeface="+mn-cs"/>
                        </a:rPr>
                        <a:t>支持</a:t>
                      </a:r>
                      <a:r>
                        <a:rPr lang="en-US" sz="1200" kern="1200" dirty="0">
                          <a:solidFill>
                            <a:srgbClr val="000000"/>
                          </a:solidFill>
                          <a:effectLst/>
                          <a:latin typeface="+mn-lt"/>
                          <a:ea typeface="+mn-ea"/>
                          <a:cs typeface="+mn-cs"/>
                        </a:rPr>
                        <a:t>GPS</a:t>
                      </a:r>
                      <a:r>
                        <a:rPr lang="zh-CN" altLang="en-US" sz="1200" kern="1200" dirty="0">
                          <a:solidFill>
                            <a:srgbClr val="000000"/>
                          </a:solidFill>
                          <a:effectLst/>
                          <a:latin typeface="+mn-lt"/>
                          <a:ea typeface="+mn-ea"/>
                          <a:cs typeface="+mn-cs"/>
                        </a:rPr>
                        <a:t>、北斗</a:t>
                      </a:r>
                      <a:endParaRPr lang="en-US" sz="1200" kern="1200" dirty="0">
                        <a:solidFill>
                          <a:srgbClr val="000000"/>
                        </a:solidFill>
                        <a:effectLst/>
                        <a:latin typeface="+mn-lt"/>
                        <a:ea typeface="+mn-ea"/>
                        <a:cs typeface="+mn-cs"/>
                      </a:endParaRPr>
                    </a:p>
                    <a:p>
                      <a:pPr marL="628650" lvl="1" indent="-171450">
                        <a:buFont typeface="Arial" panose="020B0604020202020204" pitchFamily="34" charset="0"/>
                        <a:buChar char="•"/>
                      </a:pPr>
                      <a:r>
                        <a:rPr lang="zh-CN" altLang="en-US" sz="1200" kern="1200" dirty="0">
                          <a:solidFill>
                            <a:srgbClr val="000000"/>
                          </a:solidFill>
                          <a:effectLst/>
                          <a:latin typeface="+mn-lt"/>
                          <a:ea typeface="+mn-ea"/>
                          <a:cs typeface="+mn-cs"/>
                        </a:rPr>
                        <a:t>协议栈：</a:t>
                      </a:r>
                      <a:r>
                        <a:rPr lang="en-US" sz="1200" kern="1200" dirty="0">
                          <a:solidFill>
                            <a:srgbClr val="000000"/>
                          </a:solidFill>
                          <a:effectLst/>
                          <a:latin typeface="+mn-lt"/>
                          <a:ea typeface="+mn-ea"/>
                          <a:cs typeface="+mn-cs"/>
                        </a:rPr>
                        <a:t>UDP</a:t>
                      </a:r>
                      <a:r>
                        <a:rPr lang="zh-CN" altLang="en-US" sz="1200" kern="1200" dirty="0">
                          <a:solidFill>
                            <a:srgbClr val="000000"/>
                          </a:solidFill>
                          <a:effectLst/>
                          <a:latin typeface="+mn-lt"/>
                          <a:ea typeface="+mn-ea"/>
                          <a:cs typeface="+mn-cs"/>
                        </a:rPr>
                        <a:t>、</a:t>
                      </a:r>
                      <a:r>
                        <a:rPr lang="en-US" sz="1200" kern="1200" dirty="0">
                          <a:solidFill>
                            <a:srgbClr val="000000"/>
                          </a:solidFill>
                          <a:effectLst/>
                          <a:latin typeface="+mn-lt"/>
                          <a:ea typeface="+mn-ea"/>
                          <a:cs typeface="+mn-cs"/>
                        </a:rPr>
                        <a:t>TCP</a:t>
                      </a:r>
                      <a:r>
                        <a:rPr lang="zh-CN" altLang="en-US" sz="1200" kern="1200" dirty="0">
                          <a:solidFill>
                            <a:srgbClr val="000000"/>
                          </a:solidFill>
                          <a:effectLst/>
                          <a:latin typeface="+mn-lt"/>
                          <a:ea typeface="+mn-ea"/>
                          <a:cs typeface="+mn-cs"/>
                        </a:rPr>
                        <a:t>、</a:t>
                      </a:r>
                      <a:r>
                        <a:rPr lang="en-US" sz="1200" kern="1200" dirty="0">
                          <a:solidFill>
                            <a:srgbClr val="000000"/>
                          </a:solidFill>
                          <a:effectLst/>
                          <a:latin typeface="+mn-lt"/>
                          <a:ea typeface="+mn-ea"/>
                          <a:cs typeface="+mn-cs"/>
                        </a:rPr>
                        <a:t>MQTT</a:t>
                      </a:r>
                      <a:r>
                        <a:rPr lang="zh-CN" altLang="en-US" sz="1200" kern="1200" dirty="0">
                          <a:solidFill>
                            <a:srgbClr val="000000"/>
                          </a:solidFill>
                          <a:effectLst/>
                          <a:latin typeface="+mn-lt"/>
                          <a:ea typeface="+mn-ea"/>
                          <a:cs typeface="+mn-cs"/>
                        </a:rPr>
                        <a:t>等</a:t>
                      </a:r>
                      <a:endParaRPr lang="en-US" sz="1200" kern="1200" dirty="0">
                        <a:solidFill>
                          <a:srgbClr val="000000"/>
                        </a:solidFill>
                        <a:effectLst/>
                        <a:latin typeface="+mn-lt"/>
                        <a:ea typeface="+mn-ea"/>
                        <a:cs typeface="+mn-cs"/>
                      </a:endParaRPr>
                    </a:p>
                    <a:p>
                      <a:pPr marL="628650" lvl="1" indent="-171450">
                        <a:buFont typeface="Arial" panose="020B0604020202020204" pitchFamily="34" charset="0"/>
                        <a:buChar char="•"/>
                      </a:pPr>
                      <a:r>
                        <a:rPr lang="zh-CN" altLang="en-US" sz="1200" kern="1200" dirty="0">
                          <a:solidFill>
                            <a:srgbClr val="000000"/>
                          </a:solidFill>
                          <a:effectLst/>
                          <a:latin typeface="+mn-lt"/>
                          <a:ea typeface="+mn-ea"/>
                          <a:cs typeface="+mn-cs"/>
                        </a:rPr>
                        <a:t>功耗：</a:t>
                      </a:r>
                      <a:endParaRPr lang="en-US" altLang="zh-CN" sz="1200" kern="1200" dirty="0">
                        <a:solidFill>
                          <a:srgbClr val="000000"/>
                        </a:solidFill>
                        <a:effectLst/>
                        <a:latin typeface="+mn-lt"/>
                        <a:ea typeface="+mn-ea"/>
                        <a:cs typeface="+mn-cs"/>
                      </a:endParaRPr>
                    </a:p>
                    <a:p>
                      <a:pPr lvl="1"/>
                      <a:endParaRPr lang="en-US" sz="1200" kern="1200" dirty="0">
                        <a:solidFill>
                          <a:srgbClr val="000000"/>
                        </a:solidFill>
                        <a:effectLst/>
                        <a:latin typeface="+mn-lt"/>
                        <a:ea typeface="+mn-ea"/>
                        <a:cs typeface="+mn-cs"/>
                      </a:endParaRPr>
                    </a:p>
                    <a:p>
                      <a:endParaRPr sz="1200"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endParaRPr lang="zh-CN" sz="1200"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1"/>
                  </a:ext>
                </a:extLst>
              </a:tr>
            </a:tbl>
          </a:graphicData>
        </a:graphic>
      </p:graphicFrame>
      <p:sp>
        <p:nvSpPr>
          <p:cNvPr id="3" name="TextBox 2"/>
          <p:cNvSpPr txBox="1"/>
          <p:nvPr/>
        </p:nvSpPr>
        <p:spPr>
          <a:xfrm>
            <a:off x="143435" y="33244"/>
            <a:ext cx="1754094" cy="306294"/>
          </a:xfrm>
          <a:prstGeom prst="rect">
            <a:avLst/>
          </a:prstGeom>
          <a:ln>
            <a:solidFill>
              <a:srgbClr val="000000"/>
            </a:solidFill>
          </a:ln>
        </p:spPr>
        <p:txBody>
          <a:bodyPr/>
          <a:lstStyle/>
          <a:p>
            <a:r>
              <a:rPr lang="zh-CN" sz="1200"/>
              <a:t>联通室内外一体化定位</a:t>
            </a:r>
          </a:p>
        </p:txBody>
      </p:sp>
      <p:sp>
        <p:nvSpPr>
          <p:cNvPr id="4" name="TextBox 3"/>
          <p:cNvSpPr txBox="1"/>
          <p:nvPr/>
        </p:nvSpPr>
        <p:spPr>
          <a:xfrm>
            <a:off x="2120047" y="37621"/>
            <a:ext cx="1144494" cy="306294"/>
          </a:xfrm>
          <a:prstGeom prst="rect">
            <a:avLst/>
          </a:prstGeom>
          <a:ln>
            <a:solidFill>
              <a:srgbClr val="000000"/>
            </a:solidFill>
          </a:ln>
        </p:spPr>
        <p:txBody>
          <a:bodyPr/>
          <a:lstStyle/>
          <a:p>
            <a:r>
              <a:rPr lang="zh-CN" sz="1200"/>
              <a:t>产品设计文档</a:t>
            </a:r>
          </a:p>
        </p:txBody>
      </p:sp>
      <p:graphicFrame>
        <p:nvGraphicFramePr>
          <p:cNvPr id="8" name="Table 7">
            <a:extLst>
              <a:ext uri="{FF2B5EF4-FFF2-40B4-BE49-F238E27FC236}">
                <a16:creationId xmlns:a16="http://schemas.microsoft.com/office/drawing/2014/main" id="{927C8A53-A3EE-7D41-8C2B-98BA4B8F6C41}"/>
              </a:ext>
            </a:extLst>
          </p:cNvPr>
          <p:cNvGraphicFramePr>
            <a:graphicFrameLocks noGrp="1"/>
          </p:cNvGraphicFramePr>
          <p:nvPr>
            <p:extLst>
              <p:ext uri="{D42A27DB-BD31-4B8C-83A1-F6EECF244321}">
                <p14:modId xmlns:p14="http://schemas.microsoft.com/office/powerpoint/2010/main" val="1327020464"/>
              </p:ext>
            </p:extLst>
          </p:nvPr>
        </p:nvGraphicFramePr>
        <p:xfrm>
          <a:off x="4651622" y="2306927"/>
          <a:ext cx="3756654" cy="2320377"/>
        </p:xfrm>
        <a:graphic>
          <a:graphicData uri="http://schemas.openxmlformats.org/drawingml/2006/table">
            <a:tbl>
              <a:tblPr firstRow="1" firstCol="1" bandRow="1"/>
              <a:tblGrid>
                <a:gridCol w="1307744">
                  <a:extLst>
                    <a:ext uri="{9D8B030D-6E8A-4147-A177-3AD203B41FA5}">
                      <a16:colId xmlns:a16="http://schemas.microsoft.com/office/drawing/2014/main" val="3012344449"/>
                    </a:ext>
                  </a:extLst>
                </a:gridCol>
                <a:gridCol w="1240221">
                  <a:extLst>
                    <a:ext uri="{9D8B030D-6E8A-4147-A177-3AD203B41FA5}">
                      <a16:colId xmlns:a16="http://schemas.microsoft.com/office/drawing/2014/main" val="18823951"/>
                    </a:ext>
                  </a:extLst>
                </a:gridCol>
                <a:gridCol w="1208689">
                  <a:extLst>
                    <a:ext uri="{9D8B030D-6E8A-4147-A177-3AD203B41FA5}">
                      <a16:colId xmlns:a16="http://schemas.microsoft.com/office/drawing/2014/main" val="2658288695"/>
                    </a:ext>
                  </a:extLst>
                </a:gridCol>
              </a:tblGrid>
              <a:tr h="341680">
                <a:tc>
                  <a:txBody>
                    <a:bodyPr/>
                    <a:lstStyle/>
                    <a:p>
                      <a:pPr algn="l" fontAlgn="t">
                        <a:lnSpc>
                          <a:spcPct val="115000"/>
                        </a:lnSpc>
                        <a:spcBef>
                          <a:spcPts val="0"/>
                        </a:spcBef>
                        <a:spcAft>
                          <a:spcPts val="0"/>
                        </a:spcAft>
                      </a:pPr>
                      <a:r>
                        <a:rPr 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NBIOT</a:t>
                      </a:r>
                      <a:r>
                        <a:rPr lang="ja-JP" alt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模式</a:t>
                      </a:r>
                      <a:endParaRPr lang="ja-JP" altLang="en-US" sz="1200" b="0" i="0" u="none" strike="noStrike">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GNSS</a:t>
                      </a:r>
                      <a:r>
                        <a:rPr lang="ja-JP" alt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模式</a:t>
                      </a:r>
                      <a:endParaRPr lang="ja-JP" altLang="en-US" sz="1200" b="0" i="0" u="none" strike="noStrike">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zh-CN" alt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耗流</a:t>
                      </a:r>
                      <a:endParaRPr lang="zh-CN" altLang="en-US" sz="1200" b="0" i="0" u="none" strike="noStrike">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8547699"/>
                  </a:ext>
                </a:extLst>
              </a:tr>
              <a:tr h="443619">
                <a:tc rowSpan="2">
                  <a:txBody>
                    <a:bodyPr/>
                    <a:lstStyle/>
                    <a:p>
                      <a:pPr algn="l" fontAlgn="t">
                        <a:lnSpc>
                          <a:spcPct val="115000"/>
                        </a:lnSpc>
                        <a:spcBef>
                          <a:spcPts val="0"/>
                        </a:spcBef>
                        <a:spcAft>
                          <a:spcPts val="0"/>
                        </a:spcAft>
                      </a:pPr>
                      <a:r>
                        <a:rPr 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PSM</a:t>
                      </a:r>
                      <a:endParaRPr lang="en-US" sz="1200" b="0" i="0" u="none" strike="noStrike" dirty="0">
                        <a:effectLst/>
                        <a:latin typeface="Microsoft YaHei" panose="020B0503020204020204" pitchFamily="34" charset="-122"/>
                        <a:ea typeface="Microsoft YaHei" panose="020B0503020204020204" pitchFamily="34" charset="-122"/>
                      </a:endParaRPr>
                    </a:p>
                  </a:txBody>
                  <a:tcPr marL="251460" marR="251460" marT="125730" marB="1257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zh-CN" alt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捕获</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54.5mA</a:t>
                      </a:r>
                      <a:endParaRPr lang="en-US" sz="1200" b="0" i="0" u="none" strike="noStrike">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2296455"/>
                  </a:ext>
                </a:extLst>
              </a:tr>
              <a:tr h="344657">
                <a:tc vMerge="1">
                  <a:txBody>
                    <a:bodyPr/>
                    <a:lstStyle/>
                    <a:p>
                      <a:endParaRPr lang="en-US"/>
                    </a:p>
                  </a:txBody>
                  <a:tcPr/>
                </a:tc>
                <a:tc>
                  <a:txBody>
                    <a:bodyPr/>
                    <a:lstStyle/>
                    <a:p>
                      <a:pPr algn="l" fontAlgn="t">
                        <a:lnSpc>
                          <a:spcPct val="115000"/>
                        </a:lnSpc>
                        <a:spcBef>
                          <a:spcPts val="0"/>
                        </a:spcBef>
                        <a:spcAft>
                          <a:spcPts val="0"/>
                        </a:spcAft>
                      </a:pPr>
                      <a:r>
                        <a:rPr lang="zh-CN" alt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跟踪</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29.6mA</a:t>
                      </a:r>
                      <a:endParaRPr lang="en-US" sz="1200" b="0" i="0" u="none" strike="noStrike">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191441"/>
                  </a:ext>
                </a:extLst>
              </a:tr>
              <a:tr h="248934">
                <a:tc rowSpan="2">
                  <a:txBody>
                    <a:bodyPr/>
                    <a:lstStyle/>
                    <a:p>
                      <a:pPr algn="l" fontAlgn="t">
                        <a:lnSpc>
                          <a:spcPct val="115000"/>
                        </a:lnSpc>
                        <a:spcBef>
                          <a:spcPts val="0"/>
                        </a:spcBef>
                        <a:spcAft>
                          <a:spcPts val="0"/>
                        </a:spcAft>
                      </a:pPr>
                      <a:r>
                        <a:rPr 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DRX</a:t>
                      </a:r>
                      <a:endParaRPr lang="en-US" sz="1200" b="0" i="0" u="none" strike="noStrike">
                        <a:effectLst/>
                        <a:latin typeface="Microsoft YaHei" panose="020B0503020204020204" pitchFamily="34" charset="-122"/>
                        <a:ea typeface="Microsoft YaHei" panose="020B0503020204020204" pitchFamily="34" charset="-122"/>
                      </a:endParaRPr>
                    </a:p>
                  </a:txBody>
                  <a:tcPr marL="251460" marR="251460" marT="125730" marB="1257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zh-CN" alt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捕获</a:t>
                      </a:r>
                      <a:endParaRPr lang="zh-CN" altLang="en-US" sz="1200" b="0" i="0" u="none" strike="noStrike" dirty="0">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55mA</a:t>
                      </a:r>
                      <a:endParaRPr lang="en-US" sz="1200" b="0" i="0" u="none" strike="noStrike" dirty="0">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2294625"/>
                  </a:ext>
                </a:extLst>
              </a:tr>
              <a:tr h="248934">
                <a:tc vMerge="1">
                  <a:txBody>
                    <a:bodyPr/>
                    <a:lstStyle/>
                    <a:p>
                      <a:endParaRPr lang="en-US"/>
                    </a:p>
                  </a:txBody>
                  <a:tcPr/>
                </a:tc>
                <a:tc>
                  <a:txBody>
                    <a:bodyPr/>
                    <a:lstStyle/>
                    <a:p>
                      <a:pPr algn="l" fontAlgn="t">
                        <a:lnSpc>
                          <a:spcPct val="115000"/>
                        </a:lnSpc>
                        <a:spcBef>
                          <a:spcPts val="0"/>
                        </a:spcBef>
                        <a:spcAft>
                          <a:spcPts val="0"/>
                        </a:spcAft>
                      </a:pPr>
                      <a:r>
                        <a:rPr lang="zh-CN" alt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跟踪</a:t>
                      </a:r>
                      <a:endParaRPr lang="zh-CN" altLang="en-US" sz="1200" b="0" i="0" u="none" strike="noStrike">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30mA</a:t>
                      </a:r>
                      <a:endParaRPr lang="en-US" sz="1200" b="0" i="0" u="none" strike="noStrike" dirty="0">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8022435"/>
                  </a:ext>
                </a:extLst>
              </a:tr>
              <a:tr h="443619">
                <a:tc rowSpan="2">
                  <a:txBody>
                    <a:bodyPr/>
                    <a:lstStyle/>
                    <a:p>
                      <a:pPr algn="l" fontAlgn="t">
                        <a:lnSpc>
                          <a:spcPct val="115000"/>
                        </a:lnSpc>
                        <a:spcBef>
                          <a:spcPts val="0"/>
                        </a:spcBef>
                        <a:spcAft>
                          <a:spcPts val="0"/>
                        </a:spcAft>
                      </a:pPr>
                      <a:r>
                        <a:rPr 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eDRX</a:t>
                      </a:r>
                      <a:endParaRPr lang="en-US" sz="1200" b="0" i="0" u="none" strike="noStrike">
                        <a:effectLst/>
                        <a:latin typeface="Microsoft YaHei" panose="020B0503020204020204" pitchFamily="34" charset="-122"/>
                        <a:ea typeface="Microsoft YaHei" panose="020B0503020204020204" pitchFamily="34" charset="-122"/>
                      </a:endParaRPr>
                    </a:p>
                  </a:txBody>
                  <a:tcPr marL="251460" marR="251460" marT="125730" marB="1257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zh-CN" alt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捕获</a:t>
                      </a:r>
                      <a:endParaRPr lang="zh-CN" altLang="en-US" sz="1200" b="0" i="0" u="none" strike="noStrike">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54.8mA</a:t>
                      </a:r>
                      <a:endParaRPr lang="en-US" sz="1200" b="0" i="0" u="none" strike="noStrike" dirty="0">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8382960"/>
                  </a:ext>
                </a:extLst>
              </a:tr>
              <a:tr h="248934">
                <a:tc vMerge="1">
                  <a:txBody>
                    <a:bodyPr/>
                    <a:lstStyle/>
                    <a:p>
                      <a:endParaRPr lang="en-US"/>
                    </a:p>
                  </a:txBody>
                  <a:tcPr/>
                </a:tc>
                <a:tc>
                  <a:txBody>
                    <a:bodyPr/>
                    <a:lstStyle/>
                    <a:p>
                      <a:pPr algn="l" fontAlgn="t">
                        <a:lnSpc>
                          <a:spcPct val="115000"/>
                        </a:lnSpc>
                        <a:spcBef>
                          <a:spcPts val="0"/>
                        </a:spcBef>
                        <a:spcAft>
                          <a:spcPts val="0"/>
                        </a:spcAft>
                      </a:pPr>
                      <a:r>
                        <a:rPr lang="zh-CN" altLang="en-US" sz="1200" b="0" i="0" u="none" strike="noStrike">
                          <a:effectLst/>
                          <a:latin typeface="Microsoft YaHei" panose="020B0503020204020204" pitchFamily="34" charset="-122"/>
                          <a:ea typeface="Microsoft YaHei" panose="020B0503020204020204" pitchFamily="34" charset="-122"/>
                          <a:cs typeface="Times New Roman" panose="02020603050405020304" pitchFamily="18" charset="0"/>
                        </a:rPr>
                        <a:t>跟踪</a:t>
                      </a:r>
                      <a:endParaRPr lang="zh-CN" altLang="en-US" sz="1200" b="0" i="0" u="none" strike="noStrike">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15000"/>
                        </a:lnSpc>
                        <a:spcBef>
                          <a:spcPts val="0"/>
                        </a:spcBef>
                        <a:spcAft>
                          <a:spcPts val="0"/>
                        </a:spcAft>
                      </a:pPr>
                      <a:r>
                        <a:rPr lang="en-US" sz="1200" b="0" i="0" u="none" strike="noStrike" dirty="0">
                          <a:effectLst/>
                          <a:latin typeface="Microsoft YaHei" panose="020B0503020204020204" pitchFamily="34" charset="-122"/>
                          <a:ea typeface="Microsoft YaHei" panose="020B0503020204020204" pitchFamily="34" charset="-122"/>
                          <a:cs typeface="Times New Roman" panose="02020603050405020304" pitchFamily="18" charset="0"/>
                        </a:rPr>
                        <a:t>30mA</a:t>
                      </a:r>
                      <a:endParaRPr lang="en-US" sz="1200" b="0" i="0" u="none" strike="noStrike" dirty="0">
                        <a:effectLst/>
                        <a:latin typeface="Microsoft YaHei" panose="020B0503020204020204" pitchFamily="34" charset="-122"/>
                        <a:ea typeface="Microsoft YaHei" panose="020B0503020204020204" pitchFamily="34" charset="-122"/>
                      </a:endParaRPr>
                    </a:p>
                  </a:txBody>
                  <a:tcPr marL="188595" marR="188595" marT="2619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3054373"/>
                  </a:ext>
                </a:extLst>
              </a:tr>
            </a:tbl>
          </a:graphicData>
        </a:graphic>
      </p:graphicFrame>
      <p:graphicFrame>
        <p:nvGraphicFramePr>
          <p:cNvPr id="9" name="Table 8">
            <a:extLst>
              <a:ext uri="{FF2B5EF4-FFF2-40B4-BE49-F238E27FC236}">
                <a16:creationId xmlns:a16="http://schemas.microsoft.com/office/drawing/2014/main" id="{D5378A80-8B5A-9741-B587-AFA1D0F77DC1}"/>
              </a:ext>
            </a:extLst>
          </p:cNvPr>
          <p:cNvGraphicFramePr>
            <a:graphicFrameLocks noGrp="1"/>
          </p:cNvGraphicFramePr>
          <p:nvPr>
            <p:extLst>
              <p:ext uri="{D42A27DB-BD31-4B8C-83A1-F6EECF244321}">
                <p14:modId xmlns:p14="http://schemas.microsoft.com/office/powerpoint/2010/main" val="1414643021"/>
              </p:ext>
            </p:extLst>
          </p:nvPr>
        </p:nvGraphicFramePr>
        <p:xfrm>
          <a:off x="1548024" y="2306927"/>
          <a:ext cx="2288540" cy="977267"/>
        </p:xfrm>
        <a:graphic>
          <a:graphicData uri="http://schemas.openxmlformats.org/drawingml/2006/table">
            <a:tbl>
              <a:tblPr firstRow="1" firstCol="1" bandRow="1">
                <a:tableStyleId>{58542034-FE4F-4ADA-92B8-4CA66D0F0DF3}</a:tableStyleId>
              </a:tblPr>
              <a:tblGrid>
                <a:gridCol w="1144270">
                  <a:extLst>
                    <a:ext uri="{9D8B030D-6E8A-4147-A177-3AD203B41FA5}">
                      <a16:colId xmlns:a16="http://schemas.microsoft.com/office/drawing/2014/main" val="1777493426"/>
                    </a:ext>
                  </a:extLst>
                </a:gridCol>
                <a:gridCol w="1144270">
                  <a:extLst>
                    <a:ext uri="{9D8B030D-6E8A-4147-A177-3AD203B41FA5}">
                      <a16:colId xmlns:a16="http://schemas.microsoft.com/office/drawing/2014/main" val="2751920449"/>
                    </a:ext>
                  </a:extLst>
                </a:gridCol>
              </a:tblGrid>
              <a:tr h="201295">
                <a:tc>
                  <a:txBody>
                    <a:bodyPr/>
                    <a:lstStyle/>
                    <a:p>
                      <a:pPr>
                        <a:lnSpc>
                          <a:spcPct val="115000"/>
                        </a:lnSpc>
                        <a:spcAft>
                          <a:spcPts val="0"/>
                        </a:spcAft>
                      </a:pPr>
                      <a:r>
                        <a:rPr lang="en-US" sz="1200" b="0" i="0">
                          <a:effectLst/>
                          <a:latin typeface="Microsoft YaHei" panose="020B0503020204020204" pitchFamily="34" charset="-122"/>
                          <a:ea typeface="Microsoft YaHei" panose="020B0503020204020204" pitchFamily="34" charset="-122"/>
                        </a:rPr>
                        <a:t>NBIOT</a:t>
                      </a:r>
                      <a:r>
                        <a:rPr lang="zh-CN" sz="1200" b="0" i="0">
                          <a:effectLst/>
                          <a:latin typeface="Microsoft YaHei" panose="020B0503020204020204" pitchFamily="34" charset="-122"/>
                          <a:ea typeface="Microsoft YaHei" panose="020B0503020204020204" pitchFamily="34" charset="-122"/>
                        </a:rPr>
                        <a:t>模式</a:t>
                      </a:r>
                      <a:endParaRPr lang="en-US" sz="1100" b="0" i="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zh-CN" sz="1200" b="0" i="0" dirty="0">
                          <a:effectLst/>
                          <a:latin typeface="Microsoft YaHei" panose="020B0503020204020204" pitchFamily="34" charset="-122"/>
                          <a:ea typeface="Microsoft YaHei" panose="020B0503020204020204" pitchFamily="34" charset="-122"/>
                        </a:rPr>
                        <a:t>耗流</a:t>
                      </a:r>
                      <a:endParaRPr lang="en-US" sz="1100" b="0" i="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9821516"/>
                  </a:ext>
                </a:extLst>
              </a:tr>
              <a:tr h="0">
                <a:tc>
                  <a:txBody>
                    <a:bodyPr/>
                    <a:lstStyle/>
                    <a:p>
                      <a:pPr>
                        <a:lnSpc>
                          <a:spcPct val="115000"/>
                        </a:lnSpc>
                        <a:spcAft>
                          <a:spcPts val="0"/>
                        </a:spcAft>
                      </a:pPr>
                      <a:r>
                        <a:rPr lang="en-US" sz="1200" b="0" i="0" dirty="0">
                          <a:effectLst/>
                          <a:latin typeface="Microsoft YaHei" panose="020B0503020204020204" pitchFamily="34" charset="-122"/>
                          <a:ea typeface="Microsoft YaHei" panose="020B0503020204020204" pitchFamily="34" charset="-122"/>
                        </a:rPr>
                        <a:t>PSM</a:t>
                      </a:r>
                      <a:endParaRPr lang="en-US" sz="1100" b="0" i="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b="0" i="0" dirty="0">
                          <a:effectLst/>
                          <a:latin typeface="Microsoft YaHei" panose="020B0503020204020204" pitchFamily="34" charset="-122"/>
                          <a:ea typeface="Microsoft YaHei" panose="020B0503020204020204" pitchFamily="34" charset="-122"/>
                        </a:rPr>
                        <a:t>3.7uA</a:t>
                      </a:r>
                      <a:endParaRPr lang="en-US" sz="1100" b="0" i="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2778107"/>
                  </a:ext>
                </a:extLst>
              </a:tr>
              <a:tr h="0">
                <a:tc>
                  <a:txBody>
                    <a:bodyPr/>
                    <a:lstStyle/>
                    <a:p>
                      <a:pPr>
                        <a:lnSpc>
                          <a:spcPct val="115000"/>
                        </a:lnSpc>
                        <a:spcAft>
                          <a:spcPts val="0"/>
                        </a:spcAft>
                      </a:pPr>
                      <a:r>
                        <a:rPr lang="en-US" sz="1200" b="0" i="0">
                          <a:effectLst/>
                          <a:latin typeface="Microsoft YaHei" panose="020B0503020204020204" pitchFamily="34" charset="-122"/>
                          <a:ea typeface="Microsoft YaHei" panose="020B0503020204020204" pitchFamily="34" charset="-122"/>
                        </a:rPr>
                        <a:t>DRX</a:t>
                      </a:r>
                      <a:endParaRPr lang="en-US" sz="1100" b="0" i="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b="0" i="0">
                          <a:effectLst/>
                          <a:latin typeface="Microsoft YaHei" panose="020B0503020204020204" pitchFamily="34" charset="-122"/>
                          <a:ea typeface="Microsoft YaHei" panose="020B0503020204020204" pitchFamily="34" charset="-122"/>
                        </a:rPr>
                        <a:t>0.25mA</a:t>
                      </a:r>
                      <a:endParaRPr lang="en-US" sz="1100" b="0" i="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094580"/>
                  </a:ext>
                </a:extLst>
              </a:tr>
              <a:tr h="0">
                <a:tc>
                  <a:txBody>
                    <a:bodyPr/>
                    <a:lstStyle/>
                    <a:p>
                      <a:pPr>
                        <a:lnSpc>
                          <a:spcPct val="115000"/>
                        </a:lnSpc>
                        <a:spcAft>
                          <a:spcPts val="0"/>
                        </a:spcAft>
                      </a:pPr>
                      <a:r>
                        <a:rPr lang="en-US" sz="1200" b="0" i="0">
                          <a:effectLst/>
                          <a:latin typeface="Microsoft YaHei" panose="020B0503020204020204" pitchFamily="34" charset="-122"/>
                          <a:ea typeface="Microsoft YaHei" panose="020B0503020204020204" pitchFamily="34" charset="-122"/>
                        </a:rPr>
                        <a:t>eDRX</a:t>
                      </a:r>
                      <a:endParaRPr lang="en-US" sz="1100" b="0" i="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b="0" i="0">
                          <a:effectLst/>
                          <a:latin typeface="Microsoft YaHei" panose="020B0503020204020204" pitchFamily="34" charset="-122"/>
                          <a:ea typeface="Microsoft YaHei" panose="020B0503020204020204" pitchFamily="34" charset="-122"/>
                        </a:rPr>
                        <a:t>0.37mA</a:t>
                      </a:r>
                      <a:endParaRPr lang="en-US" sz="1100" b="0" i="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1255667"/>
                  </a:ext>
                </a:extLst>
              </a:tr>
              <a:tr h="0">
                <a:tc>
                  <a:txBody>
                    <a:bodyPr/>
                    <a:lstStyle/>
                    <a:p>
                      <a:pPr>
                        <a:lnSpc>
                          <a:spcPct val="115000"/>
                        </a:lnSpc>
                        <a:spcAft>
                          <a:spcPts val="0"/>
                        </a:spcAft>
                      </a:pPr>
                      <a:r>
                        <a:rPr lang="en-US" sz="1200" b="0" i="0">
                          <a:effectLst/>
                          <a:latin typeface="Microsoft YaHei" panose="020B0503020204020204" pitchFamily="34" charset="-122"/>
                          <a:ea typeface="Microsoft YaHei" panose="020B0503020204020204" pitchFamily="34" charset="-122"/>
                        </a:rPr>
                        <a:t>Active</a:t>
                      </a:r>
                      <a:endParaRPr lang="en-US" sz="1100" b="0" i="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b="0" i="0" dirty="0">
                          <a:effectLst/>
                          <a:latin typeface="Microsoft YaHei" panose="020B0503020204020204" pitchFamily="34" charset="-122"/>
                          <a:ea typeface="Microsoft YaHei" panose="020B0503020204020204" pitchFamily="34" charset="-122"/>
                        </a:rPr>
                        <a:t>119mA</a:t>
                      </a:r>
                      <a:endParaRPr lang="en-US" sz="1100" b="0" i="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3460957"/>
                  </a:ext>
                </a:extLst>
              </a:tr>
            </a:tbl>
          </a:graphicData>
        </a:graphic>
      </p:graphicFrame>
      <p:sp>
        <p:nvSpPr>
          <p:cNvPr id="10" name="Slide Number Placeholder 3">
            <a:extLst>
              <a:ext uri="{FF2B5EF4-FFF2-40B4-BE49-F238E27FC236}">
                <a16:creationId xmlns:a16="http://schemas.microsoft.com/office/drawing/2014/main" id="{98EFBC36-3FE3-414D-8164-BEA04764DBBE}"/>
              </a:ext>
            </a:extLst>
          </p:cNvPr>
          <p:cNvSpPr>
            <a:spLocks noGrp="1"/>
          </p:cNvSpPr>
          <p:nvPr>
            <p:ph type="sldNum" sz="quarter" idx="4"/>
          </p:nvPr>
        </p:nvSpPr>
        <p:spPr>
          <a:xfrm>
            <a:off x="11159411" y="9861"/>
            <a:ext cx="820423" cy="365125"/>
          </a:xfrm>
          <a:prstGeom prst="rect">
            <a:avLst/>
          </a:prstGeom>
          <a:ln>
            <a:solidFill>
              <a:schemeClr val="tx1"/>
            </a:solidFill>
          </a:ln>
        </p:spPr>
        <p:txBody>
          <a:bodyPr vert="horz" lIns="91440" tIns="45720" rIns="91440" bIns="45720" rtlCol="0" anchor="ctr"/>
          <a:lstStyle>
            <a:lvl1pPr algn="r">
              <a:defRPr sz="1200">
                <a:solidFill>
                  <a:schemeClr val="tx1">
                    <a:tint val="75000"/>
                  </a:schemeClr>
                </a:solidFill>
              </a:defRPr>
            </a:lvl1pPr>
          </a:lstStyle>
          <a:p>
            <a:r>
              <a:rPr lang="zh-CN" altLang="en-US" dirty="0">
                <a:solidFill>
                  <a:schemeClr val="tx1"/>
                </a:solidFill>
                <a:latin typeface="+mn-lt"/>
              </a:rPr>
              <a:t>页码：</a:t>
            </a:r>
            <a:fld id="{1AD6714F-7035-4D30-9C9D-FBA3B4404DC2}" type="slidenum">
              <a:rPr lang="en-CA" smtClean="0">
                <a:solidFill>
                  <a:schemeClr val="tx1"/>
                </a:solidFill>
                <a:latin typeface="+mn-lt"/>
              </a:rPr>
              <a:t>6</a:t>
            </a:fld>
            <a:endParaRPr lang="en-CA" dirty="0">
              <a:solidFill>
                <a:schemeClr val="tx1"/>
              </a:solidFill>
              <a:latin typeface="+mn-lt"/>
            </a:endParaRPr>
          </a:p>
        </p:txBody>
      </p:sp>
    </p:spTree>
    <p:extLst>
      <p:ext uri="{BB962C8B-B14F-4D97-AF65-F5344CB8AC3E}">
        <p14:creationId xmlns:p14="http://schemas.microsoft.com/office/powerpoint/2010/main" val="2073567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392275902"/>
              </p:ext>
            </p:extLst>
          </p:nvPr>
        </p:nvGraphicFramePr>
        <p:xfrm>
          <a:off x="143435" y="421341"/>
          <a:ext cx="11836400" cy="5981700"/>
        </p:xfrm>
        <a:graphic>
          <a:graphicData uri="http://schemas.openxmlformats.org/drawingml/2006/table">
            <a:tbl>
              <a:tblPr>
                <a:tableStyleId>{58542034-FE4F-4ADA-92B8-4CA66D0F0DF3}</a:tableStyleId>
              </a:tblPr>
              <a:tblGrid>
                <a:gridCol w="812800">
                  <a:extLst>
                    <a:ext uri="{9D8B030D-6E8A-4147-A177-3AD203B41FA5}">
                      <a16:colId xmlns:a16="http://schemas.microsoft.com/office/drawing/2014/main" val="20000"/>
                    </a:ext>
                  </a:extLst>
                </a:gridCol>
                <a:gridCol w="9067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81000">
                <a:tc>
                  <a:txBody>
                    <a:bodyPr/>
                    <a:lstStyle/>
                    <a:p>
                      <a:pPr algn="ctr"/>
                      <a:r>
                        <a:rPr lang="zh-CN" sz="1400"/>
                        <a:t>项目</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详细规格</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dirty="0"/>
                        <a:t>备注</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0"/>
                  </a:ext>
                </a:extLst>
              </a:tr>
              <a:tr h="5600700">
                <a:tc>
                  <a:txBody>
                    <a:bodyPr/>
                    <a:lstStyle/>
                    <a:p>
                      <a:r>
                        <a:rPr lang="ja-JP" altLang="en-US" sz="1200">
                          <a:latin typeface="Microsoft YaHei" panose="020B0503020204020204" pitchFamily="34" charset="-122"/>
                          <a:ea typeface="Microsoft YaHei" panose="020B0503020204020204" pitchFamily="34" charset="-122"/>
                        </a:rPr>
                        <a:t>芯片选型</a:t>
                      </a:r>
                      <a:endParaRPr lang="zh-CN" sz="1200" dirty="0">
                        <a:latin typeface="Microsoft YaHei" panose="020B0503020204020204" pitchFamily="34" charset="-122"/>
                        <a:ea typeface="Microsoft YaHei" panose="020B0503020204020204" pitchFamily="34" charset="-122"/>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lvl="0"/>
                      <a:r>
                        <a:rPr lang="en-US" altLang="zh-CN" sz="1200" dirty="0"/>
                        <a:t>2.</a:t>
                      </a:r>
                      <a:r>
                        <a:rPr lang="zh-CN" altLang="en-US" sz="1200" dirty="0"/>
                        <a:t> </a:t>
                      </a:r>
                      <a:r>
                        <a:rPr lang="ja-JP" altLang="en-US" sz="1200" b="0" i="0" kern="1200">
                          <a:solidFill>
                            <a:srgbClr val="000000"/>
                          </a:solidFill>
                          <a:effectLst/>
                          <a:latin typeface="Microsoft YaHei" panose="020B0503020204020204" pitchFamily="34" charset="-122"/>
                          <a:ea typeface="Microsoft YaHei" panose="020B0503020204020204" pitchFamily="34" charset="-122"/>
                          <a:cs typeface="+mn-cs"/>
                        </a:rPr>
                        <a:t>意法半导体</a:t>
                      </a:r>
                      <a:endParaRPr lang="en-US" sz="1200" b="0" i="0" kern="1200" dirty="0">
                        <a:solidFill>
                          <a:srgbClr val="000000"/>
                        </a:solidFill>
                        <a:effectLst/>
                        <a:latin typeface="Microsoft YaHei" panose="020B0503020204020204" pitchFamily="34" charset="-122"/>
                        <a:ea typeface="Microsoft YaHei" panose="020B0503020204020204" pitchFamily="34" charset="-122"/>
                        <a:cs typeface="+mn-cs"/>
                      </a:endParaRPr>
                    </a:p>
                    <a:p>
                      <a:pPr marL="628650" lvl="1" indent="-171450">
                        <a:buFont typeface="Arial" panose="020B0604020202020204" pitchFamily="34" charset="0"/>
                        <a:buChar char="•"/>
                      </a:pPr>
                      <a:r>
                        <a:rPr lang="zh-CN" altLang="en-US" sz="1200" b="0" i="0" kern="1200" dirty="0">
                          <a:solidFill>
                            <a:srgbClr val="000000"/>
                          </a:solidFill>
                          <a:effectLst/>
                          <a:latin typeface="Microsoft YaHei" panose="020B0503020204020204" pitchFamily="34" charset="-122"/>
                          <a:ea typeface="Microsoft YaHei" panose="020B0503020204020204" pitchFamily="34" charset="-122"/>
                          <a:cs typeface="+mn-cs"/>
                        </a:rPr>
                        <a:t>特点：</a:t>
                      </a:r>
                      <a:r>
                        <a:rPr lang="ja-JP" altLang="en-US" sz="1200" b="0" i="0" kern="1200">
                          <a:solidFill>
                            <a:srgbClr val="000000"/>
                          </a:solidFill>
                          <a:effectLst/>
                          <a:latin typeface="Microsoft YaHei" panose="020B0503020204020204" pitchFamily="34" charset="-122"/>
                          <a:ea typeface="Microsoft YaHei" panose="020B0503020204020204" pitchFamily="34" charset="-122"/>
                          <a:cs typeface="+mn-cs"/>
                        </a:rPr>
                        <a:t>低功耗</a:t>
                      </a:r>
                      <a:endParaRPr lang="en-US" sz="1200" b="0" i="0" kern="1200" dirty="0">
                        <a:solidFill>
                          <a:srgbClr val="000000"/>
                        </a:solidFill>
                        <a:effectLst/>
                        <a:latin typeface="Microsoft YaHei" panose="020B0503020204020204" pitchFamily="34" charset="-122"/>
                        <a:ea typeface="Microsoft YaHei" panose="020B0503020204020204" pitchFamily="34" charset="-122"/>
                        <a:cs typeface="+mn-cs"/>
                      </a:endParaRPr>
                    </a:p>
                    <a:p>
                      <a:endParaRPr lang="en-US" sz="1200" dirty="0"/>
                    </a:p>
                    <a:p>
                      <a:endParaRPr lang="en-US" sz="1200" dirty="0"/>
                    </a:p>
                    <a:p>
                      <a:endParaRPr lang="en-US" sz="1200" dirty="0"/>
                    </a:p>
                    <a:p>
                      <a:endParaRPr lang="en-US" sz="1200" dirty="0"/>
                    </a:p>
                    <a:p>
                      <a:endParaRPr lang="en-US" sz="1200" dirty="0"/>
                    </a:p>
                    <a:p>
                      <a:endParaRPr lang="en-US" sz="1200" dirty="0"/>
                    </a:p>
                    <a:p>
                      <a:r>
                        <a:rPr lang="en-US" altLang="zh-CN" sz="1200" dirty="0"/>
                        <a:t>3.</a:t>
                      </a:r>
                      <a:r>
                        <a:rPr lang="zh-CN" altLang="en-US" sz="1200" dirty="0"/>
                        <a:t> </a:t>
                      </a:r>
                      <a:r>
                        <a:rPr lang="ja-JP" altLang="en-US" sz="1200" b="0" i="0">
                          <a:latin typeface="Microsoft YaHei" panose="020B0503020204020204" pitchFamily="34" charset="-122"/>
                          <a:ea typeface="Microsoft YaHei" panose="020B0503020204020204" pitchFamily="34" charset="-122"/>
                        </a:rPr>
                        <a:t>红点</a:t>
                      </a:r>
                      <a:r>
                        <a:rPr lang="en-US" altLang="ja-JP" sz="1200" b="0" i="0" dirty="0" err="1">
                          <a:latin typeface="Microsoft YaHei" panose="020B0503020204020204" pitchFamily="34" charset="-122"/>
                          <a:ea typeface="Microsoft YaHei" panose="020B0503020204020204" pitchFamily="34" charset="-122"/>
                        </a:rPr>
                        <a:t>uwb</a:t>
                      </a:r>
                      <a:r>
                        <a:rPr lang="zh-CN" altLang="en-US" sz="1200" b="0" i="0" dirty="0">
                          <a:latin typeface="Microsoft YaHei" panose="020B0503020204020204" pitchFamily="34" charset="-122"/>
                          <a:ea typeface="Microsoft YaHei" panose="020B0503020204020204" pitchFamily="34" charset="-122"/>
                        </a:rPr>
                        <a:t> </a:t>
                      </a:r>
                      <a:r>
                        <a:rPr lang="en-US" altLang="zh-CN" sz="1200" b="0" i="0" dirty="0">
                          <a:latin typeface="Microsoft YaHei" panose="020B0503020204020204" pitchFamily="34" charset="-122"/>
                          <a:ea typeface="Microsoft YaHei" panose="020B0503020204020204" pitchFamily="34" charset="-122"/>
                        </a:rPr>
                        <a:t>V7</a:t>
                      </a:r>
                      <a:r>
                        <a:rPr lang="ja-JP" altLang="en-US" sz="1200" b="0" i="0">
                          <a:latin typeface="Microsoft YaHei" panose="020B0503020204020204" pitchFamily="34" charset="-122"/>
                          <a:ea typeface="Microsoft YaHei" panose="020B0503020204020204" pitchFamily="34" charset="-122"/>
                        </a:rPr>
                        <a:t>模块</a:t>
                      </a:r>
                      <a:r>
                        <a:rPr lang="zh-CN" altLang="en-US" sz="1200" b="0" i="0" dirty="0">
                          <a:latin typeface="Microsoft YaHei" panose="020B0503020204020204" pitchFamily="34" charset="-122"/>
                          <a:ea typeface="Microsoft YaHei" panose="020B0503020204020204" pitchFamily="34" charset="-122"/>
                        </a:rPr>
                        <a:t>（</a:t>
                      </a:r>
                      <a:r>
                        <a:rPr lang="ja-JP" altLang="en-US" sz="1200" b="0" i="0">
                          <a:latin typeface="Microsoft YaHei" panose="020B0503020204020204" pitchFamily="34" charset="-122"/>
                          <a:ea typeface="Microsoft YaHei" panose="020B0503020204020204" pitchFamily="34" charset="-122"/>
                        </a:rPr>
                        <a:t>上行</a:t>
                      </a:r>
                      <a:r>
                        <a:rPr lang="zh-CN" altLang="en-US" sz="1200" b="0" i="0" dirty="0">
                          <a:latin typeface="Microsoft YaHei" panose="020B0503020204020204" pitchFamily="34" charset="-122"/>
                          <a:ea typeface="Microsoft YaHei" panose="020B0503020204020204" pitchFamily="34" charset="-122"/>
                        </a:rPr>
                        <a:t>）</a:t>
                      </a:r>
                      <a:endParaRPr lang="en-US" altLang="zh-CN" sz="1200" b="0" i="0" dirty="0">
                        <a:latin typeface="Microsoft YaHei" panose="020B0503020204020204" pitchFamily="34" charset="-122"/>
                        <a:ea typeface="Microsoft YaHei" panose="020B0503020204020204" pitchFamily="34" charset="-122"/>
                      </a:endParaRPr>
                    </a:p>
                    <a:p>
                      <a:endParaRPr lang="en-US" sz="1200" b="0" i="0" dirty="0">
                        <a:latin typeface="Microsoft YaHei" panose="020B0503020204020204" pitchFamily="34" charset="-122"/>
                        <a:ea typeface="Microsoft YaHei" panose="020B0503020204020204" pitchFamily="34" charset="-122"/>
                      </a:endParaRPr>
                    </a:p>
                    <a:p>
                      <a:endParaRPr lang="en-US" sz="1200" b="0" i="0" dirty="0">
                        <a:latin typeface="Microsoft YaHei" panose="020B0503020204020204" pitchFamily="34" charset="-122"/>
                        <a:ea typeface="Microsoft YaHei" panose="020B0503020204020204" pitchFamily="34" charset="-122"/>
                      </a:endParaRPr>
                    </a:p>
                    <a:p>
                      <a:endParaRPr lang="en-US" sz="1200" b="0" i="0" dirty="0">
                        <a:latin typeface="Microsoft YaHei" panose="020B0503020204020204" pitchFamily="34" charset="-122"/>
                        <a:ea typeface="Microsoft YaHei" panose="020B0503020204020204" pitchFamily="34" charset="-122"/>
                      </a:endParaRPr>
                    </a:p>
                    <a:p>
                      <a:endParaRPr lang="en-US" sz="1200" b="0" i="0" dirty="0">
                        <a:latin typeface="Microsoft YaHei" panose="020B0503020204020204" pitchFamily="34" charset="-122"/>
                        <a:ea typeface="Microsoft YaHei" panose="020B0503020204020204" pitchFamily="34" charset="-122"/>
                      </a:endParaRPr>
                    </a:p>
                    <a:p>
                      <a:endParaRPr lang="en-US" sz="1200" b="0" i="0" dirty="0">
                        <a:latin typeface="Microsoft YaHei" panose="020B0503020204020204" pitchFamily="34" charset="-122"/>
                        <a:ea typeface="Microsoft YaHei" panose="020B0503020204020204" pitchFamily="34" charset="-122"/>
                      </a:endParaRPr>
                    </a:p>
                    <a:p>
                      <a:endParaRPr lang="en-US" sz="1200" b="0" i="0" dirty="0">
                        <a:latin typeface="Microsoft YaHei" panose="020B0503020204020204" pitchFamily="34" charset="-122"/>
                        <a:ea typeface="Microsoft YaHei" panose="020B0503020204020204" pitchFamily="34" charset="-122"/>
                      </a:endParaRPr>
                    </a:p>
                    <a:p>
                      <a:r>
                        <a:rPr lang="en-US" altLang="zh-CN" sz="1200" b="0" i="0" dirty="0">
                          <a:latin typeface="Microsoft YaHei" panose="020B0503020204020204" pitchFamily="34" charset="-122"/>
                          <a:ea typeface="Microsoft YaHei" panose="020B0503020204020204" pitchFamily="34" charset="-122"/>
                        </a:rPr>
                        <a:t>4.</a:t>
                      </a:r>
                      <a:r>
                        <a:rPr lang="zh-CN" altLang="en-US" sz="1200" b="0" i="0" dirty="0">
                          <a:latin typeface="Microsoft YaHei" panose="020B0503020204020204" pitchFamily="34" charset="-122"/>
                          <a:ea typeface="Microsoft YaHei" panose="020B0503020204020204" pitchFamily="34" charset="-122"/>
                        </a:rPr>
                        <a:t> </a:t>
                      </a:r>
                      <a:r>
                        <a:rPr lang="en-US" altLang="zh-CN" sz="1200" b="0" i="0" dirty="0">
                          <a:latin typeface="Microsoft YaHei" panose="020B0503020204020204" pitchFamily="34" charset="-122"/>
                          <a:ea typeface="Microsoft YaHei" panose="020B0503020204020204" pitchFamily="34" charset="-122"/>
                        </a:rPr>
                        <a:t>DHT22(AM2302)</a:t>
                      </a:r>
                      <a:r>
                        <a:rPr lang="ja-JP" altLang="en-US" sz="1200" b="0" i="0">
                          <a:latin typeface="Microsoft YaHei" panose="020B0503020204020204" pitchFamily="34" charset="-122"/>
                          <a:ea typeface="Microsoft YaHei" panose="020B0503020204020204" pitchFamily="34" charset="-122"/>
                        </a:rPr>
                        <a:t>功耗</a:t>
                      </a:r>
                      <a:endParaRPr lang="en-US" altLang="ja-JP" sz="1200" b="0" i="0" dirty="0">
                        <a:latin typeface="Microsoft YaHei" panose="020B0503020204020204" pitchFamily="34" charset="-122"/>
                        <a:ea typeface="Microsoft YaHei" panose="020B0503020204020204" pitchFamily="34" charset="-122"/>
                      </a:endParaRPr>
                    </a:p>
                    <a:p>
                      <a:pPr marL="171450" indent="-171450">
                        <a:buFont typeface="Arial" panose="020B0604020202020204" pitchFamily="34" charset="0"/>
                        <a:buChar char="•"/>
                      </a:pPr>
                      <a:r>
                        <a:rPr lang="ja-JP" altLang="en-US" sz="1200" b="0" i="0">
                          <a:latin typeface="Microsoft YaHei" panose="020B0503020204020204" pitchFamily="34" charset="-122"/>
                          <a:ea typeface="Microsoft YaHei" panose="020B0503020204020204" pitchFamily="34" charset="-122"/>
                        </a:rPr>
                        <a:t>湿度</a:t>
                      </a:r>
                      <a:r>
                        <a:rPr lang="zh-CN" altLang="en-US" sz="1200" b="0" i="0" dirty="0">
                          <a:latin typeface="Microsoft YaHei" panose="020B0503020204020204" pitchFamily="34" charset="-122"/>
                          <a:ea typeface="Microsoft YaHei" panose="020B0503020204020204" pitchFamily="34" charset="-122"/>
                        </a:rPr>
                        <a:t>：</a:t>
                      </a:r>
                      <a:r>
                        <a:rPr lang="en-US" altLang="zh-CN" sz="1200" b="0" i="0" dirty="0">
                          <a:latin typeface="Microsoft YaHei" panose="020B0503020204020204" pitchFamily="34" charset="-122"/>
                          <a:ea typeface="Microsoft YaHei" panose="020B0503020204020204" pitchFamily="34" charset="-122"/>
                        </a:rPr>
                        <a:t>0-99.9%</a:t>
                      </a:r>
                      <a:r>
                        <a:rPr lang="zh-CN" altLang="en-US" sz="1200" b="0" i="0" dirty="0">
                          <a:latin typeface="Microsoft YaHei" panose="020B0503020204020204" pitchFamily="34" charset="-122"/>
                          <a:ea typeface="Microsoft YaHei" panose="020B0503020204020204" pitchFamily="34" charset="-122"/>
                        </a:rPr>
                        <a:t>，</a:t>
                      </a:r>
                      <a:r>
                        <a:rPr lang="ja-JP" altLang="en-US" sz="1200" b="0" i="0">
                          <a:latin typeface="Microsoft YaHei" panose="020B0503020204020204" pitchFamily="34" charset="-122"/>
                          <a:ea typeface="Microsoft YaHei" panose="020B0503020204020204" pitchFamily="34" charset="-122"/>
                        </a:rPr>
                        <a:t>分辨率</a:t>
                      </a:r>
                      <a:r>
                        <a:rPr lang="en-US" altLang="zh-CN" sz="1200" b="0" i="0" dirty="0">
                          <a:latin typeface="Microsoft YaHei" panose="020B0503020204020204" pitchFamily="34" charset="-122"/>
                          <a:ea typeface="Microsoft YaHei" panose="020B0503020204020204" pitchFamily="34" charset="-122"/>
                        </a:rPr>
                        <a:t>0.1%</a:t>
                      </a:r>
                    </a:p>
                    <a:p>
                      <a:pPr marL="171450" indent="-171450">
                        <a:buFont typeface="Arial" panose="020B0604020202020204" pitchFamily="34" charset="0"/>
                        <a:buChar char="•"/>
                      </a:pPr>
                      <a:r>
                        <a:rPr lang="ja-JP" altLang="en-US" sz="1200" b="0" i="0">
                          <a:latin typeface="Microsoft YaHei" panose="020B0503020204020204" pitchFamily="34" charset="-122"/>
                          <a:ea typeface="Microsoft YaHei" panose="020B0503020204020204" pitchFamily="34" charset="-122"/>
                        </a:rPr>
                        <a:t>温度</a:t>
                      </a:r>
                      <a:r>
                        <a:rPr lang="zh-CN" altLang="en-US" sz="1200" b="0" i="0" dirty="0">
                          <a:latin typeface="Microsoft YaHei" panose="020B0503020204020204" pitchFamily="34" charset="-122"/>
                          <a:ea typeface="Microsoft YaHei" panose="020B0503020204020204" pitchFamily="34" charset="-122"/>
                        </a:rPr>
                        <a:t>：</a:t>
                      </a:r>
                      <a:r>
                        <a:rPr lang="en-US" sz="1200" b="0" i="0" kern="1200" dirty="0">
                          <a:solidFill>
                            <a:srgbClr val="000000"/>
                          </a:solidFill>
                          <a:effectLst/>
                          <a:latin typeface="Microsoft YaHei" panose="020B0503020204020204" pitchFamily="34" charset="-122"/>
                          <a:ea typeface="Microsoft YaHei" panose="020B0503020204020204" pitchFamily="34" charset="-122"/>
                          <a:cs typeface="+mn-cs"/>
                        </a:rPr>
                        <a:t>-20</a:t>
                      </a:r>
                      <a:r>
                        <a:rPr lang="zh-CN" altLang="en-US" sz="1200" b="0" i="0" kern="1200" dirty="0">
                          <a:solidFill>
                            <a:srgbClr val="000000"/>
                          </a:solidFill>
                          <a:effectLst/>
                          <a:latin typeface="Microsoft YaHei" panose="020B0503020204020204" pitchFamily="34" charset="-122"/>
                          <a:ea typeface="Microsoft YaHei" panose="020B0503020204020204" pitchFamily="34" charset="-122"/>
                          <a:cs typeface="+mn-cs"/>
                        </a:rPr>
                        <a:t>℃</a:t>
                      </a:r>
                      <a:r>
                        <a:rPr lang="en-US" sz="1200" b="0" i="0" kern="1200" dirty="0">
                          <a:solidFill>
                            <a:srgbClr val="000000"/>
                          </a:solidFill>
                          <a:effectLst/>
                          <a:latin typeface="Microsoft YaHei" panose="020B0503020204020204" pitchFamily="34" charset="-122"/>
                          <a:ea typeface="Microsoft YaHei" panose="020B0503020204020204" pitchFamily="34" charset="-122"/>
                          <a:cs typeface="+mn-cs"/>
                        </a:rPr>
                        <a:t>-80</a:t>
                      </a:r>
                      <a:r>
                        <a:rPr lang="zh-CN" altLang="en-US" sz="1200" b="0" i="0" kern="1200" dirty="0">
                          <a:solidFill>
                            <a:srgbClr val="000000"/>
                          </a:solidFill>
                          <a:effectLst/>
                          <a:latin typeface="Microsoft YaHei" panose="020B0503020204020204" pitchFamily="34" charset="-122"/>
                          <a:ea typeface="Microsoft YaHei" panose="020B0503020204020204" pitchFamily="34" charset="-122"/>
                          <a:cs typeface="+mn-cs"/>
                        </a:rPr>
                        <a:t>℃，分辨率</a:t>
                      </a:r>
                      <a:r>
                        <a:rPr lang="en-US" sz="1200" b="0" i="0" kern="1200" dirty="0">
                          <a:solidFill>
                            <a:srgbClr val="000000"/>
                          </a:solidFill>
                          <a:effectLst/>
                          <a:latin typeface="Microsoft YaHei" panose="020B0503020204020204" pitchFamily="34" charset="-122"/>
                          <a:ea typeface="Microsoft YaHei" panose="020B0503020204020204" pitchFamily="34" charset="-122"/>
                          <a:cs typeface="+mn-cs"/>
                        </a:rPr>
                        <a:t>0.1</a:t>
                      </a:r>
                      <a:r>
                        <a:rPr lang="zh-CN" altLang="en-US" sz="1200" b="0" i="0" kern="1200" dirty="0">
                          <a:solidFill>
                            <a:srgbClr val="000000"/>
                          </a:solidFill>
                          <a:effectLst/>
                          <a:latin typeface="Microsoft YaHei" panose="020B0503020204020204" pitchFamily="34" charset="-122"/>
                          <a:ea typeface="Microsoft YaHei" panose="020B0503020204020204" pitchFamily="34" charset="-122"/>
                          <a:cs typeface="+mn-cs"/>
                        </a:rPr>
                        <a:t>℃，精度</a:t>
                      </a:r>
                      <a:r>
                        <a:rPr lang="en-US" sz="1200" b="0" i="0" kern="1200" dirty="0">
                          <a:solidFill>
                            <a:srgbClr val="000000"/>
                          </a:solidFill>
                          <a:effectLst/>
                          <a:latin typeface="Microsoft YaHei" panose="020B0503020204020204" pitchFamily="34" charset="-122"/>
                          <a:ea typeface="Microsoft YaHei" panose="020B0503020204020204" pitchFamily="34" charset="-122"/>
                          <a:cs typeface="+mn-cs"/>
                          <a:sym typeface="Symbol" pitchFamily="2" charset="2"/>
                        </a:rPr>
                        <a:t></a:t>
                      </a:r>
                      <a:r>
                        <a:rPr lang="en-US" sz="1200" b="0" i="0" kern="1200" dirty="0">
                          <a:solidFill>
                            <a:srgbClr val="000000"/>
                          </a:solidFill>
                          <a:effectLst/>
                          <a:latin typeface="Microsoft YaHei" panose="020B0503020204020204" pitchFamily="34" charset="-122"/>
                          <a:ea typeface="Microsoft YaHei" panose="020B0503020204020204" pitchFamily="34" charset="-122"/>
                          <a:cs typeface="+mn-cs"/>
                        </a:rPr>
                        <a:t>0.5</a:t>
                      </a:r>
                      <a:r>
                        <a:rPr lang="zh-CN" altLang="en-US" sz="1200" b="0" i="0" kern="1200" dirty="0">
                          <a:solidFill>
                            <a:srgbClr val="000000"/>
                          </a:solidFill>
                          <a:effectLst/>
                          <a:latin typeface="Microsoft YaHei" panose="020B0503020204020204" pitchFamily="34" charset="-122"/>
                          <a:ea typeface="Microsoft YaHei" panose="020B0503020204020204" pitchFamily="34" charset="-122"/>
                          <a:cs typeface="+mn-cs"/>
                        </a:rPr>
                        <a:t>℃</a:t>
                      </a:r>
                      <a:r>
                        <a:rPr lang="en-US" sz="1200" b="0" i="0" dirty="0">
                          <a:effectLst/>
                          <a:latin typeface="Microsoft YaHei" panose="020B0503020204020204" pitchFamily="34" charset="-122"/>
                          <a:ea typeface="Microsoft YaHei" panose="020B0503020204020204" pitchFamily="34" charset="-122"/>
                        </a:rPr>
                        <a:t> </a:t>
                      </a:r>
                    </a:p>
                    <a:p>
                      <a:pPr marL="171450" indent="-171450">
                        <a:buFont typeface="Arial" panose="020B0604020202020204" pitchFamily="34" charset="0"/>
                        <a:buChar char="•"/>
                      </a:pPr>
                      <a:endParaRPr lang="en-US" sz="1200" b="0" i="0" dirty="0">
                        <a:effectLst/>
                        <a:latin typeface="Microsoft YaHei" panose="020B0503020204020204" pitchFamily="34" charset="-122"/>
                        <a:ea typeface="Microsoft YaHei" panose="020B0503020204020204" pitchFamily="34" charset="-122"/>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endParaRPr lang="zh-CN" sz="1200"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1"/>
                  </a:ext>
                </a:extLst>
              </a:tr>
            </a:tbl>
          </a:graphicData>
        </a:graphic>
      </p:graphicFrame>
      <p:sp>
        <p:nvSpPr>
          <p:cNvPr id="3" name="TextBox 2"/>
          <p:cNvSpPr txBox="1"/>
          <p:nvPr/>
        </p:nvSpPr>
        <p:spPr>
          <a:xfrm>
            <a:off x="143435" y="33244"/>
            <a:ext cx="1754094" cy="306294"/>
          </a:xfrm>
          <a:prstGeom prst="rect">
            <a:avLst/>
          </a:prstGeom>
          <a:ln>
            <a:solidFill>
              <a:srgbClr val="000000"/>
            </a:solidFill>
          </a:ln>
        </p:spPr>
        <p:txBody>
          <a:bodyPr/>
          <a:lstStyle/>
          <a:p>
            <a:r>
              <a:rPr lang="zh-CN" sz="1200"/>
              <a:t>联通室内外一体化定位</a:t>
            </a:r>
          </a:p>
        </p:txBody>
      </p:sp>
      <p:sp>
        <p:nvSpPr>
          <p:cNvPr id="4" name="TextBox 3"/>
          <p:cNvSpPr txBox="1"/>
          <p:nvPr/>
        </p:nvSpPr>
        <p:spPr>
          <a:xfrm>
            <a:off x="2120047" y="37621"/>
            <a:ext cx="1144494" cy="306294"/>
          </a:xfrm>
          <a:prstGeom prst="rect">
            <a:avLst/>
          </a:prstGeom>
          <a:ln>
            <a:solidFill>
              <a:srgbClr val="000000"/>
            </a:solidFill>
          </a:ln>
        </p:spPr>
        <p:txBody>
          <a:bodyPr/>
          <a:lstStyle/>
          <a:p>
            <a:r>
              <a:rPr lang="zh-CN" sz="1200"/>
              <a:t>产品设计文档</a:t>
            </a:r>
          </a:p>
        </p:txBody>
      </p:sp>
      <p:graphicFrame>
        <p:nvGraphicFramePr>
          <p:cNvPr id="5" name="Table 4">
            <a:extLst>
              <a:ext uri="{FF2B5EF4-FFF2-40B4-BE49-F238E27FC236}">
                <a16:creationId xmlns:a16="http://schemas.microsoft.com/office/drawing/2014/main" id="{1B238D40-1949-4141-A7E6-E7330C60A398}"/>
              </a:ext>
            </a:extLst>
          </p:cNvPr>
          <p:cNvGraphicFramePr>
            <a:graphicFrameLocks noGrp="1"/>
          </p:cNvGraphicFramePr>
          <p:nvPr>
            <p:extLst>
              <p:ext uri="{D42A27DB-BD31-4B8C-83A1-F6EECF244321}">
                <p14:modId xmlns:p14="http://schemas.microsoft.com/office/powerpoint/2010/main" val="1418044397"/>
              </p:ext>
            </p:extLst>
          </p:nvPr>
        </p:nvGraphicFramePr>
        <p:xfrm>
          <a:off x="1020482" y="1440546"/>
          <a:ext cx="3813810" cy="581025"/>
        </p:xfrm>
        <a:graphic>
          <a:graphicData uri="http://schemas.openxmlformats.org/drawingml/2006/table">
            <a:tbl>
              <a:tblPr firstRow="1" firstCol="1" bandRow="1">
                <a:tableStyleId>{58542034-FE4F-4ADA-92B8-4CA66D0F0DF3}</a:tableStyleId>
              </a:tblPr>
              <a:tblGrid>
                <a:gridCol w="1906905">
                  <a:extLst>
                    <a:ext uri="{9D8B030D-6E8A-4147-A177-3AD203B41FA5}">
                      <a16:colId xmlns:a16="http://schemas.microsoft.com/office/drawing/2014/main" val="916268665"/>
                    </a:ext>
                  </a:extLst>
                </a:gridCol>
                <a:gridCol w="1906905">
                  <a:extLst>
                    <a:ext uri="{9D8B030D-6E8A-4147-A177-3AD203B41FA5}">
                      <a16:colId xmlns:a16="http://schemas.microsoft.com/office/drawing/2014/main" val="3694212853"/>
                    </a:ext>
                  </a:extLst>
                </a:gridCol>
              </a:tblGrid>
              <a:tr h="0">
                <a:tc>
                  <a:txBody>
                    <a:bodyPr/>
                    <a:lstStyle/>
                    <a:p>
                      <a:pPr>
                        <a:lnSpc>
                          <a:spcPct val="115000"/>
                        </a:lnSpc>
                        <a:spcAft>
                          <a:spcPts val="0"/>
                        </a:spcAft>
                      </a:pPr>
                      <a:r>
                        <a:rPr lang="zh-CN" sz="1200">
                          <a:effectLst/>
                        </a:rPr>
                        <a:t>运行模式</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zh-CN" sz="1200">
                          <a:effectLst/>
                        </a:rPr>
                        <a:t>耗流</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474124"/>
                  </a:ext>
                </a:extLst>
              </a:tr>
              <a:tr h="0">
                <a:tc>
                  <a:txBody>
                    <a:bodyPr/>
                    <a:lstStyle/>
                    <a:p>
                      <a:pPr>
                        <a:lnSpc>
                          <a:spcPct val="115000"/>
                        </a:lnSpc>
                        <a:spcAft>
                          <a:spcPts val="0"/>
                        </a:spcAft>
                      </a:pPr>
                      <a:r>
                        <a:rPr lang="en-US" sz="1200">
                          <a:effectLst/>
                        </a:rPr>
                        <a:t>Dynamic</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a:effectLst/>
                        </a:rPr>
                        <a:t>49uA/MHz</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7189340"/>
                  </a:ext>
                </a:extLst>
              </a:tr>
              <a:tr h="0">
                <a:tc>
                  <a:txBody>
                    <a:bodyPr/>
                    <a:lstStyle/>
                    <a:p>
                      <a:pPr>
                        <a:lnSpc>
                          <a:spcPct val="115000"/>
                        </a:lnSpc>
                        <a:spcAft>
                          <a:spcPts val="0"/>
                        </a:spcAft>
                      </a:pPr>
                      <a:r>
                        <a:rPr lang="en-US" sz="1200">
                          <a:effectLst/>
                        </a:rPr>
                        <a:t>Ultra-low-power mode</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dirty="0">
                          <a:effectLst/>
                        </a:rPr>
                        <a:t>230nA</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9143662"/>
                  </a:ext>
                </a:extLst>
              </a:tr>
            </a:tbl>
          </a:graphicData>
        </a:graphic>
      </p:graphicFrame>
      <p:graphicFrame>
        <p:nvGraphicFramePr>
          <p:cNvPr id="6" name="Table 5">
            <a:extLst>
              <a:ext uri="{FF2B5EF4-FFF2-40B4-BE49-F238E27FC236}">
                <a16:creationId xmlns:a16="http://schemas.microsoft.com/office/drawing/2014/main" id="{0847F727-6E1A-2946-8840-628A15555F7F}"/>
              </a:ext>
            </a:extLst>
          </p:cNvPr>
          <p:cNvGraphicFramePr>
            <a:graphicFrameLocks noGrp="1"/>
          </p:cNvGraphicFramePr>
          <p:nvPr>
            <p:extLst>
              <p:ext uri="{D42A27DB-BD31-4B8C-83A1-F6EECF244321}">
                <p14:modId xmlns:p14="http://schemas.microsoft.com/office/powerpoint/2010/main" val="2066132836"/>
              </p:ext>
            </p:extLst>
          </p:nvPr>
        </p:nvGraphicFramePr>
        <p:xfrm>
          <a:off x="1020482" y="2750263"/>
          <a:ext cx="3867785" cy="581025"/>
        </p:xfrm>
        <a:graphic>
          <a:graphicData uri="http://schemas.openxmlformats.org/drawingml/2006/table">
            <a:tbl>
              <a:tblPr firstRow="1" firstCol="1" bandRow="1">
                <a:tableStyleId>{58542034-FE4F-4ADA-92B8-4CA66D0F0DF3}</a:tableStyleId>
              </a:tblPr>
              <a:tblGrid>
                <a:gridCol w="1887220">
                  <a:extLst>
                    <a:ext uri="{9D8B030D-6E8A-4147-A177-3AD203B41FA5}">
                      <a16:colId xmlns:a16="http://schemas.microsoft.com/office/drawing/2014/main" val="1782779882"/>
                    </a:ext>
                  </a:extLst>
                </a:gridCol>
                <a:gridCol w="1980565">
                  <a:extLst>
                    <a:ext uri="{9D8B030D-6E8A-4147-A177-3AD203B41FA5}">
                      <a16:colId xmlns:a16="http://schemas.microsoft.com/office/drawing/2014/main" val="3407638451"/>
                    </a:ext>
                  </a:extLst>
                </a:gridCol>
              </a:tblGrid>
              <a:tr h="0">
                <a:tc>
                  <a:txBody>
                    <a:bodyPr/>
                    <a:lstStyle/>
                    <a:p>
                      <a:pPr>
                        <a:lnSpc>
                          <a:spcPct val="115000"/>
                        </a:lnSpc>
                        <a:spcAft>
                          <a:spcPts val="0"/>
                        </a:spcAft>
                      </a:pPr>
                      <a:r>
                        <a:rPr lang="zh-CN" sz="1200">
                          <a:effectLst/>
                        </a:rPr>
                        <a:t>运行模式</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zh-CN" sz="1200">
                          <a:effectLst/>
                        </a:rPr>
                        <a:t>耗流</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3049246"/>
                  </a:ext>
                </a:extLst>
              </a:tr>
              <a:tr h="0">
                <a:tc>
                  <a:txBody>
                    <a:bodyPr/>
                    <a:lstStyle/>
                    <a:p>
                      <a:pPr>
                        <a:lnSpc>
                          <a:spcPct val="115000"/>
                        </a:lnSpc>
                        <a:spcAft>
                          <a:spcPts val="0"/>
                        </a:spcAft>
                      </a:pPr>
                      <a:r>
                        <a:rPr lang="en-US" sz="1200">
                          <a:effectLst/>
                        </a:rPr>
                        <a:t>5</a:t>
                      </a:r>
                      <a:r>
                        <a:rPr lang="zh-CN" sz="1200">
                          <a:effectLst/>
                        </a:rPr>
                        <a:t>秒一次</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a:effectLst/>
                        </a:rPr>
                        <a:t>0.047</a:t>
                      </a:r>
                      <a:r>
                        <a:rPr lang="en-CA" sz="1200">
                          <a:effectLst/>
                        </a:rPr>
                        <a:t>mA</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1766736"/>
                  </a:ext>
                </a:extLst>
              </a:tr>
              <a:tr h="0">
                <a:tc>
                  <a:txBody>
                    <a:bodyPr/>
                    <a:lstStyle/>
                    <a:p>
                      <a:pPr>
                        <a:lnSpc>
                          <a:spcPct val="115000"/>
                        </a:lnSpc>
                        <a:spcAft>
                          <a:spcPts val="0"/>
                        </a:spcAft>
                      </a:pPr>
                      <a:r>
                        <a:rPr lang="en-US" sz="1200">
                          <a:effectLst/>
                        </a:rPr>
                        <a:t>30</a:t>
                      </a:r>
                      <a:r>
                        <a:rPr lang="zh-CN" sz="1200">
                          <a:effectLst/>
                        </a:rPr>
                        <a:t>秒一次</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dirty="0">
                          <a:effectLst/>
                        </a:rPr>
                        <a:t>0.023mA</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6359035"/>
                  </a:ext>
                </a:extLst>
              </a:tr>
            </a:tbl>
          </a:graphicData>
        </a:graphic>
      </p:graphicFrame>
      <p:graphicFrame>
        <p:nvGraphicFramePr>
          <p:cNvPr id="7" name="Table 6">
            <a:extLst>
              <a:ext uri="{FF2B5EF4-FFF2-40B4-BE49-F238E27FC236}">
                <a16:creationId xmlns:a16="http://schemas.microsoft.com/office/drawing/2014/main" id="{79E21A7E-1E8D-8C44-8212-9EF75310CDCF}"/>
              </a:ext>
            </a:extLst>
          </p:cNvPr>
          <p:cNvGraphicFramePr>
            <a:graphicFrameLocks noGrp="1"/>
          </p:cNvGraphicFramePr>
          <p:nvPr>
            <p:extLst>
              <p:ext uri="{D42A27DB-BD31-4B8C-83A1-F6EECF244321}">
                <p14:modId xmlns:p14="http://schemas.microsoft.com/office/powerpoint/2010/main" val="3173588364"/>
              </p:ext>
            </p:extLst>
          </p:nvPr>
        </p:nvGraphicFramePr>
        <p:xfrm>
          <a:off x="1020482" y="4350493"/>
          <a:ext cx="3867785" cy="581025"/>
        </p:xfrm>
        <a:graphic>
          <a:graphicData uri="http://schemas.openxmlformats.org/drawingml/2006/table">
            <a:tbl>
              <a:tblPr firstRow="1" firstCol="1" bandRow="1">
                <a:tableStyleId>{58542034-FE4F-4ADA-92B8-4CA66D0F0DF3}</a:tableStyleId>
              </a:tblPr>
              <a:tblGrid>
                <a:gridCol w="1887220">
                  <a:extLst>
                    <a:ext uri="{9D8B030D-6E8A-4147-A177-3AD203B41FA5}">
                      <a16:colId xmlns:a16="http://schemas.microsoft.com/office/drawing/2014/main" val="1320404292"/>
                    </a:ext>
                  </a:extLst>
                </a:gridCol>
                <a:gridCol w="1980565">
                  <a:extLst>
                    <a:ext uri="{9D8B030D-6E8A-4147-A177-3AD203B41FA5}">
                      <a16:colId xmlns:a16="http://schemas.microsoft.com/office/drawing/2014/main" val="1514268968"/>
                    </a:ext>
                  </a:extLst>
                </a:gridCol>
              </a:tblGrid>
              <a:tr h="0">
                <a:tc>
                  <a:txBody>
                    <a:bodyPr/>
                    <a:lstStyle/>
                    <a:p>
                      <a:pPr>
                        <a:lnSpc>
                          <a:spcPct val="115000"/>
                        </a:lnSpc>
                        <a:spcAft>
                          <a:spcPts val="0"/>
                        </a:spcAft>
                      </a:pPr>
                      <a:r>
                        <a:rPr lang="zh-CN" sz="1200">
                          <a:effectLst/>
                        </a:rPr>
                        <a:t>运行模式</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zh-CN" sz="1200">
                          <a:effectLst/>
                        </a:rPr>
                        <a:t>耗流（平均）</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4982815"/>
                  </a:ext>
                </a:extLst>
              </a:tr>
              <a:tr h="0">
                <a:tc>
                  <a:txBody>
                    <a:bodyPr/>
                    <a:lstStyle/>
                    <a:p>
                      <a:pPr>
                        <a:lnSpc>
                          <a:spcPct val="115000"/>
                        </a:lnSpc>
                        <a:spcAft>
                          <a:spcPts val="0"/>
                        </a:spcAft>
                      </a:pPr>
                      <a:r>
                        <a:rPr lang="zh-CN" sz="1200">
                          <a:effectLst/>
                        </a:rPr>
                        <a:t>测量</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a:effectLst/>
                        </a:rPr>
                        <a:t>1.25mA</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85712"/>
                  </a:ext>
                </a:extLst>
              </a:tr>
              <a:tr h="0">
                <a:tc>
                  <a:txBody>
                    <a:bodyPr/>
                    <a:lstStyle/>
                    <a:p>
                      <a:pPr>
                        <a:lnSpc>
                          <a:spcPct val="115000"/>
                        </a:lnSpc>
                        <a:spcAft>
                          <a:spcPts val="0"/>
                        </a:spcAft>
                      </a:pPr>
                      <a:r>
                        <a:rPr lang="zh-CN" sz="1200">
                          <a:effectLst/>
                        </a:rPr>
                        <a:t>待机</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dirty="0">
                          <a:effectLst/>
                        </a:rPr>
                        <a:t>40uA</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0094570"/>
                  </a:ext>
                </a:extLst>
              </a:tr>
            </a:tbl>
          </a:graphicData>
        </a:graphic>
      </p:graphicFrame>
      <p:sp>
        <p:nvSpPr>
          <p:cNvPr id="9" name="Slide Number Placeholder 3">
            <a:extLst>
              <a:ext uri="{FF2B5EF4-FFF2-40B4-BE49-F238E27FC236}">
                <a16:creationId xmlns:a16="http://schemas.microsoft.com/office/drawing/2014/main" id="{CF3D1184-4336-4CC2-BAB9-6478AE6493FC}"/>
              </a:ext>
            </a:extLst>
          </p:cNvPr>
          <p:cNvSpPr>
            <a:spLocks noGrp="1"/>
          </p:cNvSpPr>
          <p:nvPr>
            <p:ph type="sldNum" sz="quarter" idx="4"/>
          </p:nvPr>
        </p:nvSpPr>
        <p:spPr>
          <a:xfrm>
            <a:off x="11159411" y="9861"/>
            <a:ext cx="820423" cy="365125"/>
          </a:xfrm>
          <a:prstGeom prst="rect">
            <a:avLst/>
          </a:prstGeom>
          <a:ln>
            <a:solidFill>
              <a:schemeClr val="tx1"/>
            </a:solidFill>
          </a:ln>
        </p:spPr>
        <p:txBody>
          <a:bodyPr vert="horz" lIns="91440" tIns="45720" rIns="91440" bIns="45720" rtlCol="0" anchor="ctr"/>
          <a:lstStyle>
            <a:lvl1pPr algn="r">
              <a:defRPr sz="1200">
                <a:solidFill>
                  <a:schemeClr val="tx1">
                    <a:tint val="75000"/>
                  </a:schemeClr>
                </a:solidFill>
              </a:defRPr>
            </a:lvl1pPr>
          </a:lstStyle>
          <a:p>
            <a:r>
              <a:rPr lang="zh-CN" altLang="en-US" dirty="0">
                <a:solidFill>
                  <a:schemeClr val="tx1"/>
                </a:solidFill>
                <a:latin typeface="+mn-lt"/>
              </a:rPr>
              <a:t>页码：</a:t>
            </a:r>
            <a:fld id="{1AD6714F-7035-4D30-9C9D-FBA3B4404DC2}" type="slidenum">
              <a:rPr lang="en-CA" smtClean="0">
                <a:solidFill>
                  <a:schemeClr val="tx1"/>
                </a:solidFill>
                <a:latin typeface="+mn-lt"/>
              </a:rPr>
              <a:t>7</a:t>
            </a:fld>
            <a:endParaRPr lang="en-CA" dirty="0">
              <a:solidFill>
                <a:schemeClr val="tx1"/>
              </a:solidFill>
              <a:latin typeface="+mn-lt"/>
            </a:endParaRPr>
          </a:p>
        </p:txBody>
      </p:sp>
    </p:spTree>
    <p:extLst>
      <p:ext uri="{BB962C8B-B14F-4D97-AF65-F5344CB8AC3E}">
        <p14:creationId xmlns:p14="http://schemas.microsoft.com/office/powerpoint/2010/main" val="332897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081578756"/>
              </p:ext>
            </p:extLst>
          </p:nvPr>
        </p:nvGraphicFramePr>
        <p:xfrm>
          <a:off x="143435" y="421341"/>
          <a:ext cx="11836400" cy="5981700"/>
        </p:xfrm>
        <a:graphic>
          <a:graphicData uri="http://schemas.openxmlformats.org/drawingml/2006/table">
            <a:tbl>
              <a:tblPr>
                <a:tableStyleId>{58542034-FE4F-4ADA-92B8-4CA66D0F0DF3}</a:tableStyleId>
              </a:tblPr>
              <a:tblGrid>
                <a:gridCol w="812800">
                  <a:extLst>
                    <a:ext uri="{9D8B030D-6E8A-4147-A177-3AD203B41FA5}">
                      <a16:colId xmlns:a16="http://schemas.microsoft.com/office/drawing/2014/main" val="20000"/>
                    </a:ext>
                  </a:extLst>
                </a:gridCol>
                <a:gridCol w="9067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81000">
                <a:tc>
                  <a:txBody>
                    <a:bodyPr/>
                    <a:lstStyle/>
                    <a:p>
                      <a:pPr algn="ctr"/>
                      <a:r>
                        <a:rPr lang="zh-CN" sz="1400"/>
                        <a:t>项目</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详细规格</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dirty="0"/>
                        <a:t>备注</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0"/>
                  </a:ext>
                </a:extLst>
              </a:tr>
              <a:tr h="5600700">
                <a:tc>
                  <a:txBody>
                    <a:bodyPr/>
                    <a:lstStyle/>
                    <a:p>
                      <a:r>
                        <a:rPr lang="ja-JP" altLang="en-US" sz="1200">
                          <a:latin typeface="Microsoft YaHei" panose="020B0503020204020204" pitchFamily="34" charset="-122"/>
                          <a:ea typeface="Microsoft YaHei" panose="020B0503020204020204" pitchFamily="34" charset="-122"/>
                        </a:rPr>
                        <a:t>附录</a:t>
                      </a:r>
                      <a:r>
                        <a:rPr lang="en-US" altLang="zh-CN" sz="1200" dirty="0">
                          <a:latin typeface="Microsoft YaHei" panose="020B0503020204020204" pitchFamily="34" charset="-122"/>
                          <a:ea typeface="Microsoft YaHei" panose="020B0503020204020204" pitchFamily="34" charset="-122"/>
                        </a:rPr>
                        <a:t>1.</a:t>
                      </a:r>
                      <a:r>
                        <a:rPr lang="zh-CN" altLang="en-US" sz="1200" dirty="0">
                          <a:latin typeface="Microsoft YaHei" panose="020B0503020204020204" pitchFamily="34" charset="-122"/>
                          <a:ea typeface="Microsoft YaHei" panose="020B0503020204020204" pitchFamily="34" charset="-122"/>
                        </a:rPr>
                        <a:t> </a:t>
                      </a:r>
                      <a:r>
                        <a:rPr lang="ja-JP" altLang="en-US" sz="1200">
                          <a:latin typeface="Microsoft YaHei" panose="020B0503020204020204" pitchFamily="34" charset="-122"/>
                          <a:ea typeface="Microsoft YaHei" panose="020B0503020204020204" pitchFamily="34" charset="-122"/>
                        </a:rPr>
                        <a:t>总功耗估计</a:t>
                      </a:r>
                      <a:endParaRPr lang="zh-CN" sz="1200" dirty="0">
                        <a:latin typeface="Microsoft YaHei" panose="020B0503020204020204" pitchFamily="34" charset="-122"/>
                        <a:ea typeface="Microsoft YaHei" panose="020B0503020204020204" pitchFamily="34" charset="-122"/>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marL="228600" lvl="0" indent="-228600">
                        <a:buFont typeface="+mj-lt"/>
                        <a:buAutoNum type="arabicPeriod"/>
                      </a:pPr>
                      <a:r>
                        <a:rPr lang="en-US" sz="1200" b="0" i="0" dirty="0">
                          <a:latin typeface="Microsoft YaHei" panose="020B0503020204020204" pitchFamily="34" charset="-122"/>
                          <a:ea typeface="Microsoft YaHei" panose="020B0503020204020204" pitchFamily="34" charset="-122"/>
                        </a:rPr>
                        <a:t>NBIOT</a:t>
                      </a: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r>
                        <a:rPr lang="en-US" sz="1200" b="0" i="0" dirty="0">
                          <a:latin typeface="Microsoft YaHei" panose="020B0503020204020204" pitchFamily="34" charset="-122"/>
                          <a:ea typeface="Microsoft YaHei" panose="020B0503020204020204" pitchFamily="34" charset="-122"/>
                        </a:rPr>
                        <a:t>UWB</a:t>
                      </a:r>
                      <a:r>
                        <a:rPr lang="zh-CN" altLang="en-US" sz="1200" b="0" i="0" dirty="0">
                          <a:latin typeface="Microsoft YaHei" panose="020B0503020204020204" pitchFamily="34" charset="-122"/>
                          <a:ea typeface="Microsoft YaHei" panose="020B0503020204020204" pitchFamily="34" charset="-122"/>
                        </a:rPr>
                        <a:t>（</a:t>
                      </a:r>
                      <a:r>
                        <a:rPr lang="ja-JP" altLang="en-US" sz="1200" b="0" i="0" dirty="0">
                          <a:latin typeface="Microsoft YaHei" panose="020B0503020204020204" pitchFamily="34" charset="-122"/>
                          <a:ea typeface="Microsoft YaHei" panose="020B0503020204020204" pitchFamily="34" charset="-122"/>
                        </a:rPr>
                        <a:t>上行</a:t>
                      </a:r>
                      <a:r>
                        <a:rPr lang="zh-CN" altLang="en-US" sz="1200" b="0" i="0" dirty="0">
                          <a:latin typeface="Microsoft YaHei" panose="020B0503020204020204" pitchFamily="34" charset="-122"/>
                          <a:ea typeface="Microsoft YaHei" panose="020B0503020204020204" pitchFamily="34" charset="-122"/>
                        </a:rPr>
                        <a:t>）</a:t>
                      </a:r>
                      <a:endParaRPr lang="en-US" altLang="zh-CN"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b="0" i="0" dirty="0">
                        <a:latin typeface="Microsoft YaHei" panose="020B0503020204020204" pitchFamily="34" charset="-122"/>
                        <a:ea typeface="Microsoft YaHei" panose="020B0503020204020204" pitchFamily="34" charset="-122"/>
                      </a:endParaRPr>
                    </a:p>
                    <a:p>
                      <a:pPr marL="228600" lvl="0" indent="-228600">
                        <a:buFont typeface="+mj-lt"/>
                        <a:buAutoNum type="arabicPeriod"/>
                      </a:pPr>
                      <a:endParaRPr lang="en-US" sz="1200" dirty="0"/>
                    </a:p>
                    <a:p>
                      <a:endParaRPr lang="en-US" sz="1200" dirty="0"/>
                    </a:p>
                    <a:p>
                      <a:endParaRPr lang="en-US" sz="1200" dirty="0"/>
                    </a:p>
                    <a:p>
                      <a:endParaRPr lang="en-US" sz="1200" dirty="0"/>
                    </a:p>
                    <a:p>
                      <a:endParaRPr lang="en-US" sz="1200" dirty="0"/>
                    </a:p>
                    <a:p>
                      <a:r>
                        <a:rPr lang="en-US" altLang="zh-CN" sz="1200" dirty="0"/>
                        <a:t>3.</a:t>
                      </a:r>
                      <a:r>
                        <a:rPr lang="zh-CN" altLang="en-US" sz="1200" dirty="0"/>
                        <a:t> </a:t>
                      </a:r>
                      <a:r>
                        <a:rPr lang="en-US" altLang="zh-CN" sz="1200" dirty="0"/>
                        <a:t>GPS</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endParaRPr lang="zh-CN" sz="1200"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1"/>
                  </a:ext>
                </a:extLst>
              </a:tr>
            </a:tbl>
          </a:graphicData>
        </a:graphic>
      </p:graphicFrame>
      <p:sp>
        <p:nvSpPr>
          <p:cNvPr id="3" name="TextBox 2"/>
          <p:cNvSpPr txBox="1"/>
          <p:nvPr/>
        </p:nvSpPr>
        <p:spPr>
          <a:xfrm>
            <a:off x="143435" y="33244"/>
            <a:ext cx="1754094" cy="306294"/>
          </a:xfrm>
          <a:prstGeom prst="rect">
            <a:avLst/>
          </a:prstGeom>
          <a:ln>
            <a:solidFill>
              <a:srgbClr val="000000"/>
            </a:solidFill>
          </a:ln>
        </p:spPr>
        <p:txBody>
          <a:bodyPr/>
          <a:lstStyle/>
          <a:p>
            <a:r>
              <a:rPr lang="zh-CN" sz="1200"/>
              <a:t>联通室内外一体化定位</a:t>
            </a:r>
          </a:p>
        </p:txBody>
      </p:sp>
      <p:sp>
        <p:nvSpPr>
          <p:cNvPr id="4" name="TextBox 3"/>
          <p:cNvSpPr txBox="1"/>
          <p:nvPr/>
        </p:nvSpPr>
        <p:spPr>
          <a:xfrm>
            <a:off x="2120047" y="37621"/>
            <a:ext cx="1144494" cy="306294"/>
          </a:xfrm>
          <a:prstGeom prst="rect">
            <a:avLst/>
          </a:prstGeom>
          <a:ln>
            <a:solidFill>
              <a:srgbClr val="000000"/>
            </a:solidFill>
          </a:ln>
        </p:spPr>
        <p:txBody>
          <a:bodyPr/>
          <a:lstStyle/>
          <a:p>
            <a:r>
              <a:rPr lang="zh-CN" sz="1200"/>
              <a:t>产品设计文档</a:t>
            </a:r>
          </a:p>
        </p:txBody>
      </p:sp>
      <p:graphicFrame>
        <p:nvGraphicFramePr>
          <p:cNvPr id="8" name="Table 7">
            <a:extLst>
              <a:ext uri="{FF2B5EF4-FFF2-40B4-BE49-F238E27FC236}">
                <a16:creationId xmlns:a16="http://schemas.microsoft.com/office/drawing/2014/main" id="{241B430B-CB84-B044-8AE6-2C6987028024}"/>
              </a:ext>
            </a:extLst>
          </p:cNvPr>
          <p:cNvGraphicFramePr>
            <a:graphicFrameLocks noGrp="1"/>
          </p:cNvGraphicFramePr>
          <p:nvPr>
            <p:extLst>
              <p:ext uri="{D42A27DB-BD31-4B8C-83A1-F6EECF244321}">
                <p14:modId xmlns:p14="http://schemas.microsoft.com/office/powerpoint/2010/main" val="351918737"/>
              </p:ext>
            </p:extLst>
          </p:nvPr>
        </p:nvGraphicFramePr>
        <p:xfrm>
          <a:off x="1020482" y="1238501"/>
          <a:ext cx="2966085" cy="1195324"/>
        </p:xfrm>
        <a:graphic>
          <a:graphicData uri="http://schemas.openxmlformats.org/drawingml/2006/table">
            <a:tbl>
              <a:tblPr firstRow="1" firstCol="1" bandRow="1">
                <a:tableStyleId>{58542034-FE4F-4ADA-92B8-4CA66D0F0DF3}</a:tableStyleId>
              </a:tblPr>
              <a:tblGrid>
                <a:gridCol w="1372235">
                  <a:extLst>
                    <a:ext uri="{9D8B030D-6E8A-4147-A177-3AD203B41FA5}">
                      <a16:colId xmlns:a16="http://schemas.microsoft.com/office/drawing/2014/main" val="3362217965"/>
                    </a:ext>
                  </a:extLst>
                </a:gridCol>
                <a:gridCol w="1593850">
                  <a:extLst>
                    <a:ext uri="{9D8B030D-6E8A-4147-A177-3AD203B41FA5}">
                      <a16:colId xmlns:a16="http://schemas.microsoft.com/office/drawing/2014/main" val="3513871988"/>
                    </a:ext>
                  </a:extLst>
                </a:gridCol>
              </a:tblGrid>
              <a:tr h="0">
                <a:tc>
                  <a:txBody>
                    <a:bodyPr/>
                    <a:lstStyle/>
                    <a:p>
                      <a:pPr>
                        <a:lnSpc>
                          <a:spcPct val="115000"/>
                        </a:lnSpc>
                        <a:spcAft>
                          <a:spcPts val="0"/>
                        </a:spcAft>
                      </a:pPr>
                      <a:r>
                        <a:rPr lang="en-US" sz="1200">
                          <a:effectLst/>
                        </a:rPr>
                        <a:t> </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zh-CN" sz="1200">
                          <a:effectLst/>
                        </a:rPr>
                        <a:t>功耗</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2259669"/>
                  </a:ext>
                </a:extLst>
              </a:tr>
              <a:tr h="0">
                <a:tc>
                  <a:txBody>
                    <a:bodyPr/>
                    <a:lstStyle/>
                    <a:p>
                      <a:pPr>
                        <a:lnSpc>
                          <a:spcPct val="115000"/>
                        </a:lnSpc>
                        <a:spcAft>
                          <a:spcPts val="0"/>
                        </a:spcAft>
                      </a:pPr>
                      <a:r>
                        <a:rPr lang="zh-CN" sz="1200">
                          <a:effectLst/>
                        </a:rPr>
                        <a:t>通讯</a:t>
                      </a:r>
                      <a:r>
                        <a:rPr lang="en-US" sz="1200">
                          <a:effectLst/>
                        </a:rPr>
                        <a:t>(</a:t>
                      </a:r>
                      <a:r>
                        <a:rPr lang="zh-CN" sz="1200">
                          <a:effectLst/>
                        </a:rPr>
                        <a:t>一小时一次</a:t>
                      </a:r>
                      <a:r>
                        <a:rPr lang="en-US" sz="1200">
                          <a:effectLst/>
                        </a:rPr>
                        <a:t>)</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CA" sz="1200">
                          <a:effectLst/>
                        </a:rPr>
                        <a:t>24*0.11mAH=2.64mAH</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831263"/>
                  </a:ext>
                </a:extLst>
              </a:tr>
              <a:tr h="0">
                <a:tc>
                  <a:txBody>
                    <a:bodyPr/>
                    <a:lstStyle/>
                    <a:p>
                      <a:pPr>
                        <a:lnSpc>
                          <a:spcPct val="115000"/>
                        </a:lnSpc>
                        <a:spcAft>
                          <a:spcPts val="0"/>
                        </a:spcAft>
                      </a:pPr>
                      <a:r>
                        <a:rPr lang="en-US" sz="1200">
                          <a:effectLst/>
                        </a:rPr>
                        <a:t>PSM</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CA" sz="1200">
                          <a:effectLst/>
                        </a:rPr>
                        <a:t>3.7</a:t>
                      </a:r>
                      <a:r>
                        <a:rPr lang="en-US" sz="1200">
                          <a:effectLst/>
                        </a:rPr>
                        <a:t>uA*24h=0.088mAH</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3182870"/>
                  </a:ext>
                </a:extLst>
              </a:tr>
              <a:tr h="0">
                <a:tc>
                  <a:txBody>
                    <a:bodyPr/>
                    <a:lstStyle/>
                    <a:p>
                      <a:pPr>
                        <a:lnSpc>
                          <a:spcPct val="115000"/>
                        </a:lnSpc>
                        <a:spcAft>
                          <a:spcPts val="0"/>
                        </a:spcAft>
                      </a:pPr>
                      <a:r>
                        <a:rPr lang="zh-CN" sz="1200">
                          <a:effectLst/>
                        </a:rPr>
                        <a:t>总功耗</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dirty="0">
                          <a:effectLst/>
                        </a:rPr>
                        <a:t>2.73</a:t>
                      </a:r>
                      <a:r>
                        <a:rPr lang="en-CA" sz="1200" dirty="0" err="1">
                          <a:effectLst/>
                        </a:rPr>
                        <a:t>mAH</a:t>
                      </a:r>
                      <a:r>
                        <a:rPr lang="en-CA" sz="1200" dirty="0">
                          <a:effectLst/>
                        </a:rPr>
                        <a:t>/</a:t>
                      </a:r>
                      <a:r>
                        <a:rPr lang="zh-CN" sz="1200" dirty="0">
                          <a:effectLst/>
                        </a:rPr>
                        <a:t>天</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4065055"/>
                  </a:ext>
                </a:extLst>
              </a:tr>
            </a:tbl>
          </a:graphicData>
        </a:graphic>
      </p:graphicFrame>
      <p:graphicFrame>
        <p:nvGraphicFramePr>
          <p:cNvPr id="9" name="Table 8">
            <a:extLst>
              <a:ext uri="{FF2B5EF4-FFF2-40B4-BE49-F238E27FC236}">
                <a16:creationId xmlns:a16="http://schemas.microsoft.com/office/drawing/2014/main" id="{224092C8-C652-C34C-9722-5D2D36E8A35B}"/>
              </a:ext>
            </a:extLst>
          </p:cNvPr>
          <p:cNvGraphicFramePr>
            <a:graphicFrameLocks noGrp="1"/>
          </p:cNvGraphicFramePr>
          <p:nvPr>
            <p:extLst>
              <p:ext uri="{D42A27DB-BD31-4B8C-83A1-F6EECF244321}">
                <p14:modId xmlns:p14="http://schemas.microsoft.com/office/powerpoint/2010/main" val="340550875"/>
              </p:ext>
            </p:extLst>
          </p:nvPr>
        </p:nvGraphicFramePr>
        <p:xfrm>
          <a:off x="1020482" y="3121678"/>
          <a:ext cx="5492750" cy="581025"/>
        </p:xfrm>
        <a:graphic>
          <a:graphicData uri="http://schemas.openxmlformats.org/drawingml/2006/table">
            <a:tbl>
              <a:tblPr firstRow="1" firstCol="1" bandRow="1">
                <a:tableStyleId>{58542034-FE4F-4ADA-92B8-4CA66D0F0DF3}</a:tableStyleId>
              </a:tblPr>
              <a:tblGrid>
                <a:gridCol w="1801495">
                  <a:extLst>
                    <a:ext uri="{9D8B030D-6E8A-4147-A177-3AD203B41FA5}">
                      <a16:colId xmlns:a16="http://schemas.microsoft.com/office/drawing/2014/main" val="3469498880"/>
                    </a:ext>
                  </a:extLst>
                </a:gridCol>
                <a:gridCol w="1936750">
                  <a:extLst>
                    <a:ext uri="{9D8B030D-6E8A-4147-A177-3AD203B41FA5}">
                      <a16:colId xmlns:a16="http://schemas.microsoft.com/office/drawing/2014/main" val="818247595"/>
                    </a:ext>
                  </a:extLst>
                </a:gridCol>
                <a:gridCol w="1754505">
                  <a:extLst>
                    <a:ext uri="{9D8B030D-6E8A-4147-A177-3AD203B41FA5}">
                      <a16:colId xmlns:a16="http://schemas.microsoft.com/office/drawing/2014/main" val="1354379096"/>
                    </a:ext>
                  </a:extLst>
                </a:gridCol>
              </a:tblGrid>
              <a:tr h="0">
                <a:tc>
                  <a:txBody>
                    <a:bodyPr/>
                    <a:lstStyle/>
                    <a:p>
                      <a:pPr>
                        <a:lnSpc>
                          <a:spcPct val="115000"/>
                        </a:lnSpc>
                        <a:spcAft>
                          <a:spcPts val="0"/>
                        </a:spcAft>
                      </a:pPr>
                      <a:r>
                        <a:rPr lang="zh-CN" sz="1200" dirty="0">
                          <a:effectLst/>
                        </a:rPr>
                        <a:t>发送频率</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zh-CN" sz="1200">
                          <a:effectLst/>
                        </a:rPr>
                        <a:t>功耗</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zh-CN" sz="1200">
                          <a:effectLst/>
                        </a:rPr>
                        <a:t>总功耗</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1013814"/>
                  </a:ext>
                </a:extLst>
              </a:tr>
              <a:tr h="0">
                <a:tc>
                  <a:txBody>
                    <a:bodyPr/>
                    <a:lstStyle/>
                    <a:p>
                      <a:pPr>
                        <a:lnSpc>
                          <a:spcPct val="115000"/>
                        </a:lnSpc>
                        <a:spcAft>
                          <a:spcPts val="0"/>
                        </a:spcAft>
                      </a:pPr>
                      <a:r>
                        <a:rPr lang="zh-CN" sz="1200">
                          <a:effectLst/>
                        </a:rPr>
                        <a:t>五秒一次</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a:effectLst/>
                        </a:rPr>
                        <a:t>0.047</a:t>
                      </a:r>
                      <a:r>
                        <a:rPr lang="en-CA" sz="1200">
                          <a:effectLst/>
                        </a:rPr>
                        <a:t>mA</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a:effectLst/>
                        </a:rPr>
                        <a:t>1.128maH/</a:t>
                      </a:r>
                      <a:r>
                        <a:rPr lang="zh-CN" sz="1200">
                          <a:effectLst/>
                        </a:rPr>
                        <a:t>天</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8764789"/>
                  </a:ext>
                </a:extLst>
              </a:tr>
              <a:tr h="0">
                <a:tc>
                  <a:txBody>
                    <a:bodyPr/>
                    <a:lstStyle/>
                    <a:p>
                      <a:pPr>
                        <a:lnSpc>
                          <a:spcPct val="115000"/>
                        </a:lnSpc>
                        <a:spcAft>
                          <a:spcPts val="0"/>
                        </a:spcAft>
                      </a:pPr>
                      <a:r>
                        <a:rPr lang="zh-CN" sz="1200">
                          <a:effectLst/>
                        </a:rPr>
                        <a:t>三十秒一次</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a:effectLst/>
                        </a:rPr>
                        <a:t>0.023mA</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dirty="0">
                          <a:effectLst/>
                        </a:rPr>
                        <a:t>0.552maH/</a:t>
                      </a:r>
                      <a:r>
                        <a:rPr lang="zh-CN" sz="1200" dirty="0">
                          <a:effectLst/>
                        </a:rPr>
                        <a:t>天</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794084"/>
                  </a:ext>
                </a:extLst>
              </a:tr>
            </a:tbl>
          </a:graphicData>
        </a:graphic>
      </p:graphicFrame>
      <p:graphicFrame>
        <p:nvGraphicFramePr>
          <p:cNvPr id="10" name="Table 9">
            <a:extLst>
              <a:ext uri="{FF2B5EF4-FFF2-40B4-BE49-F238E27FC236}">
                <a16:creationId xmlns:a16="http://schemas.microsoft.com/office/drawing/2014/main" id="{BEE1CE51-3354-234B-B899-B8795FC14EEA}"/>
              </a:ext>
            </a:extLst>
          </p:cNvPr>
          <p:cNvGraphicFramePr>
            <a:graphicFrameLocks noGrp="1"/>
          </p:cNvGraphicFramePr>
          <p:nvPr>
            <p:extLst>
              <p:ext uri="{D42A27DB-BD31-4B8C-83A1-F6EECF244321}">
                <p14:modId xmlns:p14="http://schemas.microsoft.com/office/powerpoint/2010/main" val="3583268164"/>
              </p:ext>
            </p:extLst>
          </p:nvPr>
        </p:nvGraphicFramePr>
        <p:xfrm>
          <a:off x="1020482" y="4331981"/>
          <a:ext cx="3943350" cy="985012"/>
        </p:xfrm>
        <a:graphic>
          <a:graphicData uri="http://schemas.openxmlformats.org/drawingml/2006/table">
            <a:tbl>
              <a:tblPr firstRow="1" firstCol="1" bandRow="1">
                <a:tableStyleId>{58542034-FE4F-4ADA-92B8-4CA66D0F0DF3}</a:tableStyleId>
              </a:tblPr>
              <a:tblGrid>
                <a:gridCol w="1698625">
                  <a:extLst>
                    <a:ext uri="{9D8B030D-6E8A-4147-A177-3AD203B41FA5}">
                      <a16:colId xmlns:a16="http://schemas.microsoft.com/office/drawing/2014/main" val="1898870569"/>
                    </a:ext>
                  </a:extLst>
                </a:gridCol>
                <a:gridCol w="2244725">
                  <a:extLst>
                    <a:ext uri="{9D8B030D-6E8A-4147-A177-3AD203B41FA5}">
                      <a16:colId xmlns:a16="http://schemas.microsoft.com/office/drawing/2014/main" val="1323848805"/>
                    </a:ext>
                  </a:extLst>
                </a:gridCol>
              </a:tblGrid>
              <a:tr h="0">
                <a:tc>
                  <a:txBody>
                    <a:bodyPr/>
                    <a:lstStyle/>
                    <a:p>
                      <a:pPr>
                        <a:lnSpc>
                          <a:spcPct val="115000"/>
                        </a:lnSpc>
                        <a:spcAft>
                          <a:spcPts val="0"/>
                        </a:spcAft>
                      </a:pPr>
                      <a:r>
                        <a:rPr lang="en-US" sz="1200">
                          <a:effectLst/>
                        </a:rPr>
                        <a:t> </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zh-CN" sz="1200">
                          <a:effectLst/>
                        </a:rPr>
                        <a:t>功耗</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8587127"/>
                  </a:ext>
                </a:extLst>
              </a:tr>
              <a:tr h="0">
                <a:tc>
                  <a:txBody>
                    <a:bodyPr/>
                    <a:lstStyle/>
                    <a:p>
                      <a:pPr>
                        <a:lnSpc>
                          <a:spcPct val="115000"/>
                        </a:lnSpc>
                        <a:spcAft>
                          <a:spcPts val="0"/>
                        </a:spcAft>
                      </a:pPr>
                      <a:r>
                        <a:rPr lang="en-US" sz="1200">
                          <a:effectLst/>
                        </a:rPr>
                        <a:t>Standby</a:t>
                      </a:r>
                      <a:r>
                        <a:rPr lang="zh-CN" sz="1200">
                          <a:effectLst/>
                        </a:rPr>
                        <a:t>模式</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200">
                          <a:effectLst/>
                        </a:rPr>
                        <a:t>110uA*24h=2.64mAH/</a:t>
                      </a:r>
                      <a:r>
                        <a:rPr lang="zh-CN" sz="1200">
                          <a:effectLst/>
                        </a:rPr>
                        <a:t>天</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6906588"/>
                  </a:ext>
                </a:extLst>
              </a:tr>
              <a:tr h="0">
                <a:tc>
                  <a:txBody>
                    <a:bodyPr/>
                    <a:lstStyle/>
                    <a:p>
                      <a:pPr>
                        <a:lnSpc>
                          <a:spcPct val="115000"/>
                        </a:lnSpc>
                        <a:spcAft>
                          <a:spcPts val="0"/>
                        </a:spcAft>
                      </a:pPr>
                      <a:r>
                        <a:rPr lang="zh-CN" sz="1200">
                          <a:effectLst/>
                        </a:rPr>
                        <a:t>热启动（</a:t>
                      </a:r>
                      <a:r>
                        <a:rPr lang="en-US" sz="1200">
                          <a:effectLst/>
                        </a:rPr>
                        <a:t>10</a:t>
                      </a:r>
                      <a:r>
                        <a:rPr lang="zh-CN" sz="1200">
                          <a:effectLst/>
                        </a:rPr>
                        <a:t>分钟</a:t>
                      </a:r>
                      <a:r>
                        <a:rPr lang="en-US" sz="1200">
                          <a:effectLst/>
                        </a:rPr>
                        <a:t>/</a:t>
                      </a:r>
                      <a:r>
                        <a:rPr lang="zh-CN" sz="1200">
                          <a:effectLst/>
                        </a:rPr>
                        <a:t>次，每次</a:t>
                      </a:r>
                      <a:r>
                        <a:rPr lang="en-CA" sz="1200">
                          <a:effectLst/>
                        </a:rPr>
                        <a:t>2.5</a:t>
                      </a:r>
                      <a:r>
                        <a:rPr lang="en-US" sz="1200">
                          <a:effectLst/>
                        </a:rPr>
                        <a:t>s</a:t>
                      </a:r>
                      <a:r>
                        <a:rPr lang="zh-CN" sz="1200">
                          <a:effectLst/>
                        </a:rPr>
                        <a:t>）</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CA" sz="1200">
                          <a:effectLst/>
                        </a:rPr>
                        <a:t>30mA*2.5s/600s*24h=3mAH/</a:t>
                      </a:r>
                      <a:r>
                        <a:rPr lang="zh-CN" sz="1200">
                          <a:effectLst/>
                        </a:rPr>
                        <a:t>天 </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4770386"/>
                  </a:ext>
                </a:extLst>
              </a:tr>
              <a:tr h="0">
                <a:tc>
                  <a:txBody>
                    <a:bodyPr/>
                    <a:lstStyle/>
                    <a:p>
                      <a:pPr>
                        <a:lnSpc>
                          <a:spcPct val="115000"/>
                        </a:lnSpc>
                        <a:spcAft>
                          <a:spcPts val="0"/>
                        </a:spcAft>
                      </a:pPr>
                      <a:r>
                        <a:rPr lang="zh-CN" sz="1200">
                          <a:effectLst/>
                        </a:rPr>
                        <a:t>总功耗</a:t>
                      </a:r>
                      <a:endParaRPr lang="en-US" sz="110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CA" sz="1200" dirty="0">
                          <a:effectLst/>
                        </a:rPr>
                        <a:t>5.65mAH/</a:t>
                      </a:r>
                      <a:r>
                        <a:rPr lang="zh-CN" sz="1200" dirty="0">
                          <a:effectLst/>
                        </a:rPr>
                        <a:t>天</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140033"/>
                  </a:ext>
                </a:extLst>
              </a:tr>
            </a:tbl>
          </a:graphicData>
        </a:graphic>
      </p:graphicFrame>
      <p:sp>
        <p:nvSpPr>
          <p:cNvPr id="12" name="Slide Number Placeholder 3">
            <a:extLst>
              <a:ext uri="{FF2B5EF4-FFF2-40B4-BE49-F238E27FC236}">
                <a16:creationId xmlns:a16="http://schemas.microsoft.com/office/drawing/2014/main" id="{DBCBFB44-013D-4327-9EF2-DCF994907AC4}"/>
              </a:ext>
            </a:extLst>
          </p:cNvPr>
          <p:cNvSpPr>
            <a:spLocks noGrp="1"/>
          </p:cNvSpPr>
          <p:nvPr>
            <p:ph type="sldNum" sz="quarter" idx="4"/>
          </p:nvPr>
        </p:nvSpPr>
        <p:spPr>
          <a:xfrm>
            <a:off x="11159411" y="9861"/>
            <a:ext cx="820423" cy="365125"/>
          </a:xfrm>
          <a:prstGeom prst="rect">
            <a:avLst/>
          </a:prstGeom>
          <a:ln>
            <a:solidFill>
              <a:schemeClr val="tx1"/>
            </a:solidFill>
          </a:ln>
        </p:spPr>
        <p:txBody>
          <a:bodyPr vert="horz" lIns="91440" tIns="45720" rIns="91440" bIns="45720" rtlCol="0" anchor="ctr"/>
          <a:lstStyle>
            <a:lvl1pPr algn="r">
              <a:defRPr sz="1200">
                <a:solidFill>
                  <a:schemeClr val="tx1">
                    <a:tint val="75000"/>
                  </a:schemeClr>
                </a:solidFill>
              </a:defRPr>
            </a:lvl1pPr>
          </a:lstStyle>
          <a:p>
            <a:r>
              <a:rPr lang="zh-CN" altLang="en-US" dirty="0">
                <a:solidFill>
                  <a:schemeClr val="tx1"/>
                </a:solidFill>
                <a:latin typeface="+mn-lt"/>
              </a:rPr>
              <a:t>页码：</a:t>
            </a:r>
            <a:fld id="{1AD6714F-7035-4D30-9C9D-FBA3B4404DC2}" type="slidenum">
              <a:rPr lang="en-CA" smtClean="0">
                <a:solidFill>
                  <a:schemeClr val="tx1"/>
                </a:solidFill>
                <a:latin typeface="+mn-lt"/>
              </a:rPr>
              <a:t>8</a:t>
            </a:fld>
            <a:endParaRPr lang="en-CA" dirty="0">
              <a:solidFill>
                <a:schemeClr val="tx1"/>
              </a:solidFill>
              <a:latin typeface="+mn-lt"/>
            </a:endParaRPr>
          </a:p>
        </p:txBody>
      </p:sp>
    </p:spTree>
    <p:extLst>
      <p:ext uri="{BB962C8B-B14F-4D97-AF65-F5344CB8AC3E}">
        <p14:creationId xmlns:p14="http://schemas.microsoft.com/office/powerpoint/2010/main" val="52403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3166725935"/>
              </p:ext>
            </p:extLst>
          </p:nvPr>
        </p:nvGraphicFramePr>
        <p:xfrm>
          <a:off x="143435" y="421341"/>
          <a:ext cx="11836400" cy="5981700"/>
        </p:xfrm>
        <a:graphic>
          <a:graphicData uri="http://schemas.openxmlformats.org/drawingml/2006/table">
            <a:tbl>
              <a:tblPr>
                <a:tableStyleId>{58542034-FE4F-4ADA-92B8-4CA66D0F0DF3}</a:tableStyleId>
              </a:tblPr>
              <a:tblGrid>
                <a:gridCol w="812800">
                  <a:extLst>
                    <a:ext uri="{9D8B030D-6E8A-4147-A177-3AD203B41FA5}">
                      <a16:colId xmlns:a16="http://schemas.microsoft.com/office/drawing/2014/main" val="20000"/>
                    </a:ext>
                  </a:extLst>
                </a:gridCol>
                <a:gridCol w="9067800">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81000">
                <a:tc>
                  <a:txBody>
                    <a:bodyPr/>
                    <a:lstStyle/>
                    <a:p>
                      <a:pPr algn="ctr"/>
                      <a:r>
                        <a:rPr lang="zh-CN" sz="1400"/>
                        <a:t>项目</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a:t>详细规格</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pPr algn="ctr"/>
                      <a:r>
                        <a:rPr lang="zh-CN" sz="1400" dirty="0"/>
                        <a:t>备注</a:t>
                      </a: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0"/>
                  </a:ext>
                </a:extLst>
              </a:tr>
              <a:tr h="5600700">
                <a:tc>
                  <a:txBody>
                    <a:bodyPr/>
                    <a:lstStyle/>
                    <a:p>
                      <a:r>
                        <a:rPr lang="ja-JP" altLang="en-US" sz="1200">
                          <a:latin typeface="Microsoft YaHei" panose="020B0503020204020204" pitchFamily="34" charset="-122"/>
                          <a:ea typeface="Microsoft YaHei" panose="020B0503020204020204" pitchFamily="34" charset="-122"/>
                        </a:rPr>
                        <a:t>附录</a:t>
                      </a:r>
                      <a:r>
                        <a:rPr lang="en-US" altLang="zh-CN" sz="1200" dirty="0">
                          <a:latin typeface="Microsoft YaHei" panose="020B0503020204020204" pitchFamily="34" charset="-122"/>
                          <a:ea typeface="Microsoft YaHei" panose="020B0503020204020204" pitchFamily="34" charset="-122"/>
                        </a:rPr>
                        <a:t>1.</a:t>
                      </a:r>
                      <a:r>
                        <a:rPr lang="zh-CN" altLang="en-US" sz="1200" dirty="0">
                          <a:latin typeface="Microsoft YaHei" panose="020B0503020204020204" pitchFamily="34" charset="-122"/>
                          <a:ea typeface="Microsoft YaHei" panose="020B0503020204020204" pitchFamily="34" charset="-122"/>
                        </a:rPr>
                        <a:t> </a:t>
                      </a:r>
                      <a:r>
                        <a:rPr lang="ja-JP" altLang="en-US" sz="1200">
                          <a:latin typeface="Microsoft YaHei" panose="020B0503020204020204" pitchFamily="34" charset="-122"/>
                          <a:ea typeface="Microsoft YaHei" panose="020B0503020204020204" pitchFamily="34" charset="-122"/>
                        </a:rPr>
                        <a:t>总功耗估计</a:t>
                      </a:r>
                      <a:endParaRPr lang="zh-CN" sz="1200" dirty="0">
                        <a:latin typeface="Microsoft YaHei" panose="020B0503020204020204" pitchFamily="34" charset="-122"/>
                        <a:ea typeface="Microsoft YaHei" panose="020B0503020204020204" pitchFamily="34" charset="-122"/>
                      </a:endParaRPr>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r>
                        <a:rPr lang="en-US" altLang="zh-CN" sz="1200" dirty="0"/>
                        <a:t>4. MCU</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r>
                        <a:rPr lang="en-US" altLang="zh-CN" sz="1200" dirty="0"/>
                        <a:t>5. </a:t>
                      </a:r>
                      <a:r>
                        <a:rPr lang="zh-CN" altLang="en-US" sz="1200" dirty="0"/>
                        <a:t>温湿度传感器</a:t>
                      </a:r>
                      <a:r>
                        <a:rPr lang="en-US" altLang="zh-CN" sz="1200" dirty="0"/>
                        <a:t>DHT22</a:t>
                      </a:r>
                      <a:r>
                        <a:rPr lang="zh-CN" altLang="en-US" sz="1200" dirty="0"/>
                        <a:t>（</a:t>
                      </a:r>
                      <a:r>
                        <a:rPr lang="en-US" altLang="zh-CN" sz="1200" dirty="0"/>
                        <a:t>AM2302</a:t>
                      </a:r>
                      <a:r>
                        <a:rPr lang="zh-CN" altLang="en-US" sz="1200" dirty="0"/>
                        <a:t>）</a:t>
                      </a:r>
                      <a:endParaRPr lang="en-CA" altLang="zh-CN" sz="1200" dirty="0"/>
                    </a:p>
                    <a:p>
                      <a:endParaRPr lang="en-CA" sz="1200" dirty="0"/>
                    </a:p>
                    <a:p>
                      <a:endParaRPr lang="en-US" sz="1200" dirty="0"/>
                    </a:p>
                    <a:p>
                      <a:endParaRPr lang="en-US" sz="1200" dirty="0"/>
                    </a:p>
                    <a:p>
                      <a:endParaRPr lang="en-US" sz="1200" dirty="0"/>
                    </a:p>
                    <a:p>
                      <a:endParaRPr lang="en-US" sz="1200" dirty="0"/>
                    </a:p>
                    <a:p>
                      <a:endParaRPr lang="en-US" sz="1200" dirty="0"/>
                    </a:p>
                    <a:p>
                      <a:r>
                        <a:rPr lang="en-US" altLang="zh-CN" sz="1200" dirty="0"/>
                        <a:t>6. </a:t>
                      </a:r>
                      <a:r>
                        <a:rPr lang="zh-CN" altLang="en-US" sz="1200" dirty="0"/>
                        <a:t>总功耗</a:t>
                      </a:r>
                      <a:endParaRPr lang="en-CA" altLang="zh-CN" sz="1200" dirty="0"/>
                    </a:p>
                    <a:p>
                      <a:endParaRPr lang="en-US" sz="1200"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tc>
                  <a:txBody>
                    <a:bodyPr/>
                    <a:lstStyle/>
                    <a:p>
                      <a:endParaRPr lang="zh-CN" sz="1200" dirty="0"/>
                    </a:p>
                  </a:txBody>
                  <a:tcPr>
                    <a:lnL cmpd="sng">
                      <a:solidFill>
                        <a:srgbClr val="000000">
                          <a:alpha val="100000"/>
                        </a:srgbClr>
                      </a:solidFill>
                    </a:lnL>
                    <a:lnR cmpd="sng">
                      <a:solidFill>
                        <a:srgbClr val="000000">
                          <a:alpha val="100000"/>
                        </a:srgbClr>
                      </a:solidFill>
                    </a:lnR>
                    <a:lnT cmpd="sng">
                      <a:solidFill>
                        <a:srgbClr val="000000">
                          <a:alpha val="100000"/>
                        </a:srgbClr>
                      </a:solidFill>
                    </a:lnT>
                    <a:lnB cmpd="sng">
                      <a:solidFill>
                        <a:srgbClr val="000000">
                          <a:alpha val="100000"/>
                        </a:srgbClr>
                      </a:solidFill>
                    </a:lnB>
                  </a:tcPr>
                </a:tc>
                <a:extLst>
                  <a:ext uri="{0D108BD9-81ED-4DB2-BD59-A6C34878D82A}">
                    <a16:rowId xmlns:a16="http://schemas.microsoft.com/office/drawing/2014/main" val="10001"/>
                  </a:ext>
                </a:extLst>
              </a:tr>
            </a:tbl>
          </a:graphicData>
        </a:graphic>
      </p:graphicFrame>
      <p:sp>
        <p:nvSpPr>
          <p:cNvPr id="3" name="TextBox 2"/>
          <p:cNvSpPr txBox="1"/>
          <p:nvPr/>
        </p:nvSpPr>
        <p:spPr>
          <a:xfrm>
            <a:off x="143435" y="33244"/>
            <a:ext cx="1754094" cy="306294"/>
          </a:xfrm>
          <a:prstGeom prst="rect">
            <a:avLst/>
          </a:prstGeom>
          <a:ln>
            <a:solidFill>
              <a:srgbClr val="000000"/>
            </a:solidFill>
          </a:ln>
        </p:spPr>
        <p:txBody>
          <a:bodyPr/>
          <a:lstStyle/>
          <a:p>
            <a:r>
              <a:rPr lang="zh-CN" sz="1200"/>
              <a:t>联通室内外一体化定位</a:t>
            </a:r>
          </a:p>
        </p:txBody>
      </p:sp>
      <p:sp>
        <p:nvSpPr>
          <p:cNvPr id="4" name="TextBox 3"/>
          <p:cNvSpPr txBox="1"/>
          <p:nvPr/>
        </p:nvSpPr>
        <p:spPr>
          <a:xfrm>
            <a:off x="2120047" y="37621"/>
            <a:ext cx="1144494" cy="306294"/>
          </a:xfrm>
          <a:prstGeom prst="rect">
            <a:avLst/>
          </a:prstGeom>
          <a:ln>
            <a:solidFill>
              <a:srgbClr val="000000"/>
            </a:solidFill>
          </a:ln>
        </p:spPr>
        <p:txBody>
          <a:bodyPr/>
          <a:lstStyle/>
          <a:p>
            <a:r>
              <a:rPr lang="zh-CN" sz="1200"/>
              <a:t>产品设计文档</a:t>
            </a:r>
          </a:p>
        </p:txBody>
      </p:sp>
      <p:graphicFrame>
        <p:nvGraphicFramePr>
          <p:cNvPr id="5" name="Table 4">
            <a:extLst>
              <a:ext uri="{FF2B5EF4-FFF2-40B4-BE49-F238E27FC236}">
                <a16:creationId xmlns:a16="http://schemas.microsoft.com/office/drawing/2014/main" id="{74F49597-2072-4865-B6F7-12A50877D05A}"/>
              </a:ext>
            </a:extLst>
          </p:cNvPr>
          <p:cNvGraphicFramePr>
            <a:graphicFrameLocks noGrp="1"/>
          </p:cNvGraphicFramePr>
          <p:nvPr>
            <p:extLst>
              <p:ext uri="{D42A27DB-BD31-4B8C-83A1-F6EECF244321}">
                <p14:modId xmlns:p14="http://schemas.microsoft.com/office/powerpoint/2010/main" val="2685594743"/>
              </p:ext>
            </p:extLst>
          </p:nvPr>
        </p:nvGraphicFramePr>
        <p:xfrm>
          <a:off x="1061293" y="1249912"/>
          <a:ext cx="5721350" cy="1195324"/>
        </p:xfrm>
        <a:graphic>
          <a:graphicData uri="http://schemas.openxmlformats.org/drawingml/2006/table">
            <a:tbl>
              <a:tblPr firstRow="1" firstCol="1" bandRow="1">
                <a:tableStyleId>{58542034-FE4F-4ADA-92B8-4CA66D0F0DF3}</a:tableStyleId>
              </a:tblPr>
              <a:tblGrid>
                <a:gridCol w="2860675">
                  <a:extLst>
                    <a:ext uri="{9D8B030D-6E8A-4147-A177-3AD203B41FA5}">
                      <a16:colId xmlns:a16="http://schemas.microsoft.com/office/drawing/2014/main" val="3981577907"/>
                    </a:ext>
                  </a:extLst>
                </a:gridCol>
                <a:gridCol w="2860675">
                  <a:extLst>
                    <a:ext uri="{9D8B030D-6E8A-4147-A177-3AD203B41FA5}">
                      <a16:colId xmlns:a16="http://schemas.microsoft.com/office/drawing/2014/main" val="1382614717"/>
                    </a:ext>
                  </a:extLst>
                </a:gridCol>
              </a:tblGrid>
              <a:tr h="0">
                <a:tc>
                  <a:txBody>
                    <a:bodyPr/>
                    <a:lstStyle/>
                    <a:p>
                      <a:pPr marL="0" marR="0">
                        <a:lnSpc>
                          <a:spcPct val="115000"/>
                        </a:lnSpc>
                        <a:spcBef>
                          <a:spcPts val="0"/>
                        </a:spcBef>
                        <a:spcAft>
                          <a:spcPts val="0"/>
                        </a:spcAft>
                      </a:pPr>
                      <a:r>
                        <a:rPr lang="en-US" sz="1200">
                          <a:effectLst/>
                        </a:rPr>
                        <a:t> </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zh-CN" sz="1200">
                          <a:effectLst/>
                        </a:rPr>
                        <a:t>功耗</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4508154"/>
                  </a:ext>
                </a:extLst>
              </a:tr>
              <a:tr h="0">
                <a:tc>
                  <a:txBody>
                    <a:bodyPr/>
                    <a:lstStyle/>
                    <a:p>
                      <a:pPr marL="0" marR="0">
                        <a:lnSpc>
                          <a:spcPct val="115000"/>
                        </a:lnSpc>
                        <a:spcBef>
                          <a:spcPts val="0"/>
                        </a:spcBef>
                        <a:spcAft>
                          <a:spcPts val="0"/>
                        </a:spcAft>
                      </a:pPr>
                      <a:r>
                        <a:rPr lang="en-CA" sz="1200">
                          <a:effectLst/>
                        </a:rPr>
                        <a:t>Ultra-low-power</a:t>
                      </a:r>
                      <a:r>
                        <a:rPr lang="zh-CN" sz="1200">
                          <a:effectLst/>
                        </a:rPr>
                        <a:t>模式</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rPr>
                        <a:t>0.00023</a:t>
                      </a:r>
                      <a:r>
                        <a:rPr lang="en-CA" sz="1200">
                          <a:effectLst/>
                        </a:rPr>
                        <a:t>mA*24H=0.0552mAH/</a:t>
                      </a:r>
                      <a:r>
                        <a:rPr lang="zh-CN" sz="1200">
                          <a:effectLst/>
                        </a:rPr>
                        <a:t>天</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2871422"/>
                  </a:ext>
                </a:extLst>
              </a:tr>
              <a:tr h="0">
                <a:tc>
                  <a:txBody>
                    <a:bodyPr/>
                    <a:lstStyle/>
                    <a:p>
                      <a:pPr marL="0" marR="0">
                        <a:lnSpc>
                          <a:spcPct val="115000"/>
                        </a:lnSpc>
                        <a:spcBef>
                          <a:spcPts val="0"/>
                        </a:spcBef>
                        <a:spcAft>
                          <a:spcPts val="0"/>
                        </a:spcAft>
                      </a:pPr>
                      <a:r>
                        <a:rPr lang="zh-CN" sz="1200">
                          <a:effectLst/>
                        </a:rPr>
                        <a:t>动态模式（室内时，</a:t>
                      </a:r>
                      <a:r>
                        <a:rPr lang="en-CA" sz="1200">
                          <a:effectLst/>
                        </a:rPr>
                        <a:t>72MHz</a:t>
                      </a:r>
                      <a:r>
                        <a:rPr lang="zh-CN" sz="1200">
                          <a:effectLst/>
                        </a:rPr>
                        <a:t>，</a:t>
                      </a:r>
                      <a:r>
                        <a:rPr lang="en-CA" sz="1200">
                          <a:effectLst/>
                        </a:rPr>
                        <a:t>10s</a:t>
                      </a:r>
                      <a:r>
                        <a:rPr lang="zh-CN" sz="1200">
                          <a:effectLst/>
                        </a:rPr>
                        <a:t>唤醒一次，持续</a:t>
                      </a:r>
                      <a:r>
                        <a:rPr lang="en-CA" sz="1200">
                          <a:effectLst/>
                        </a:rPr>
                        <a:t>0.1s</a:t>
                      </a:r>
                      <a:r>
                        <a:rPr lang="zh-CN" sz="1200">
                          <a:effectLst/>
                        </a:rPr>
                        <a:t>）</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rPr>
                        <a:t>0.049*72*0.1*360/3600*24=0.86</a:t>
                      </a:r>
                      <a:r>
                        <a:rPr lang="en-CA" sz="1200">
                          <a:effectLst/>
                        </a:rPr>
                        <a:t>mAH/</a:t>
                      </a:r>
                      <a:r>
                        <a:rPr lang="zh-CN" sz="1200">
                          <a:effectLst/>
                        </a:rPr>
                        <a:t>天</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4259369"/>
                  </a:ext>
                </a:extLst>
              </a:tr>
              <a:tr h="0">
                <a:tc>
                  <a:txBody>
                    <a:bodyPr/>
                    <a:lstStyle/>
                    <a:p>
                      <a:pPr marL="0" marR="0">
                        <a:lnSpc>
                          <a:spcPct val="115000"/>
                        </a:lnSpc>
                        <a:spcBef>
                          <a:spcPts val="0"/>
                        </a:spcBef>
                        <a:spcAft>
                          <a:spcPts val="0"/>
                        </a:spcAft>
                      </a:pPr>
                      <a:r>
                        <a:rPr lang="zh-CN" sz="1200">
                          <a:effectLst/>
                        </a:rPr>
                        <a:t>动态模式（室外时，</a:t>
                      </a:r>
                      <a:r>
                        <a:rPr lang="en-US" sz="1200">
                          <a:effectLst/>
                        </a:rPr>
                        <a:t>72MHz</a:t>
                      </a:r>
                      <a:r>
                        <a:rPr lang="zh-CN" sz="1200">
                          <a:effectLst/>
                        </a:rPr>
                        <a:t>，</a:t>
                      </a:r>
                      <a:r>
                        <a:rPr lang="en-US" sz="1200">
                          <a:effectLst/>
                        </a:rPr>
                        <a:t>10min</a:t>
                      </a:r>
                      <a:r>
                        <a:rPr lang="zh-CN" sz="1200">
                          <a:effectLst/>
                        </a:rPr>
                        <a:t>唤醒一次，持续</a:t>
                      </a:r>
                      <a:r>
                        <a:rPr lang="en-US" sz="1200">
                          <a:effectLst/>
                        </a:rPr>
                        <a:t>2.5s</a:t>
                      </a:r>
                      <a:r>
                        <a:rPr lang="zh-CN" sz="1200">
                          <a:effectLst/>
                        </a:rPr>
                        <a:t>）</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rPr>
                        <a:t>0.049*72*2.5*6/3600*24=0.35</a:t>
                      </a:r>
                      <a:r>
                        <a:rPr lang="en-CA" sz="1200" dirty="0" err="1">
                          <a:effectLst/>
                        </a:rPr>
                        <a:t>mAH</a:t>
                      </a:r>
                      <a:r>
                        <a:rPr lang="en-CA" sz="1200" dirty="0">
                          <a:effectLst/>
                        </a:rPr>
                        <a:t>/</a:t>
                      </a:r>
                      <a:r>
                        <a:rPr lang="zh-CN" sz="1200" dirty="0">
                          <a:effectLst/>
                        </a:rPr>
                        <a:t>天</a:t>
                      </a:r>
                      <a:endParaRPr lang="en-CA" sz="1100" dirty="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5898198"/>
                  </a:ext>
                </a:extLst>
              </a:tr>
            </a:tbl>
          </a:graphicData>
        </a:graphic>
      </p:graphicFrame>
      <p:graphicFrame>
        <p:nvGraphicFramePr>
          <p:cNvPr id="6" name="Table 5">
            <a:extLst>
              <a:ext uri="{FF2B5EF4-FFF2-40B4-BE49-F238E27FC236}">
                <a16:creationId xmlns:a16="http://schemas.microsoft.com/office/drawing/2014/main" id="{32F82795-1A32-443C-BF99-7942892A224E}"/>
              </a:ext>
            </a:extLst>
          </p:cNvPr>
          <p:cNvGraphicFramePr>
            <a:graphicFrameLocks noGrp="1"/>
          </p:cNvGraphicFramePr>
          <p:nvPr>
            <p:extLst>
              <p:ext uri="{D42A27DB-BD31-4B8C-83A1-F6EECF244321}">
                <p14:modId xmlns:p14="http://schemas.microsoft.com/office/powerpoint/2010/main" val="3427817794"/>
              </p:ext>
            </p:extLst>
          </p:nvPr>
        </p:nvGraphicFramePr>
        <p:xfrm>
          <a:off x="1061293" y="2979462"/>
          <a:ext cx="5721350" cy="774700"/>
        </p:xfrm>
        <a:graphic>
          <a:graphicData uri="http://schemas.openxmlformats.org/drawingml/2006/table">
            <a:tbl>
              <a:tblPr firstRow="1" firstCol="1" bandRow="1">
                <a:tableStyleId>{58542034-FE4F-4ADA-92B8-4CA66D0F0DF3}</a:tableStyleId>
              </a:tblPr>
              <a:tblGrid>
                <a:gridCol w="2860675">
                  <a:extLst>
                    <a:ext uri="{9D8B030D-6E8A-4147-A177-3AD203B41FA5}">
                      <a16:colId xmlns:a16="http://schemas.microsoft.com/office/drawing/2014/main" val="1942193952"/>
                    </a:ext>
                  </a:extLst>
                </a:gridCol>
                <a:gridCol w="2860675">
                  <a:extLst>
                    <a:ext uri="{9D8B030D-6E8A-4147-A177-3AD203B41FA5}">
                      <a16:colId xmlns:a16="http://schemas.microsoft.com/office/drawing/2014/main" val="2575313941"/>
                    </a:ext>
                  </a:extLst>
                </a:gridCol>
              </a:tblGrid>
              <a:tr h="0">
                <a:tc>
                  <a:txBody>
                    <a:bodyPr/>
                    <a:lstStyle/>
                    <a:p>
                      <a:pPr marL="0" marR="0">
                        <a:lnSpc>
                          <a:spcPct val="115000"/>
                        </a:lnSpc>
                        <a:spcBef>
                          <a:spcPts val="0"/>
                        </a:spcBef>
                        <a:spcAft>
                          <a:spcPts val="0"/>
                        </a:spcAft>
                      </a:pPr>
                      <a:r>
                        <a:rPr lang="en-US" sz="1200">
                          <a:effectLst/>
                        </a:rPr>
                        <a:t> </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zh-CN" sz="1200">
                          <a:effectLst/>
                        </a:rPr>
                        <a:t>功耗</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5591490"/>
                  </a:ext>
                </a:extLst>
              </a:tr>
              <a:tr h="0">
                <a:tc>
                  <a:txBody>
                    <a:bodyPr/>
                    <a:lstStyle/>
                    <a:p>
                      <a:pPr marL="0" marR="0">
                        <a:lnSpc>
                          <a:spcPct val="115000"/>
                        </a:lnSpc>
                        <a:spcBef>
                          <a:spcPts val="0"/>
                        </a:spcBef>
                        <a:spcAft>
                          <a:spcPts val="0"/>
                        </a:spcAft>
                      </a:pPr>
                      <a:r>
                        <a:rPr lang="zh-CN" sz="1200">
                          <a:effectLst/>
                        </a:rPr>
                        <a:t>测量（每分钟测量一次，每次</a:t>
                      </a:r>
                      <a:r>
                        <a:rPr lang="en-US" sz="1200">
                          <a:effectLst/>
                        </a:rPr>
                        <a:t>0.1s</a:t>
                      </a:r>
                      <a:r>
                        <a:rPr lang="zh-CN" sz="1200">
                          <a:effectLst/>
                        </a:rPr>
                        <a:t>）</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rPr>
                        <a:t>0.1*1.25*60/3600*24=0.05mAH/</a:t>
                      </a:r>
                      <a:r>
                        <a:rPr lang="zh-CN" sz="1200">
                          <a:effectLst/>
                        </a:rPr>
                        <a:t>天</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611119"/>
                  </a:ext>
                </a:extLst>
              </a:tr>
              <a:tr h="0">
                <a:tc>
                  <a:txBody>
                    <a:bodyPr/>
                    <a:lstStyle/>
                    <a:p>
                      <a:pPr marL="0" marR="0">
                        <a:lnSpc>
                          <a:spcPct val="115000"/>
                        </a:lnSpc>
                        <a:spcBef>
                          <a:spcPts val="0"/>
                        </a:spcBef>
                        <a:spcAft>
                          <a:spcPts val="0"/>
                        </a:spcAft>
                      </a:pPr>
                      <a:r>
                        <a:rPr lang="zh-CN" sz="1200">
                          <a:effectLst/>
                        </a:rPr>
                        <a:t>待机</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rPr>
                        <a:t>40*24=960uAH/</a:t>
                      </a:r>
                      <a:r>
                        <a:rPr lang="zh-CN" sz="1200">
                          <a:effectLst/>
                        </a:rPr>
                        <a:t>天</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1635008"/>
                  </a:ext>
                </a:extLst>
              </a:tr>
              <a:tr h="0">
                <a:tc>
                  <a:txBody>
                    <a:bodyPr/>
                    <a:lstStyle/>
                    <a:p>
                      <a:pPr marL="0" marR="0">
                        <a:lnSpc>
                          <a:spcPct val="115000"/>
                        </a:lnSpc>
                        <a:spcBef>
                          <a:spcPts val="0"/>
                        </a:spcBef>
                        <a:spcAft>
                          <a:spcPts val="0"/>
                        </a:spcAft>
                      </a:pPr>
                      <a:r>
                        <a:rPr lang="zh-CN" sz="1200">
                          <a:effectLst/>
                        </a:rPr>
                        <a:t>总功耗</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rPr>
                        <a:t>1.01mAH/</a:t>
                      </a:r>
                      <a:r>
                        <a:rPr lang="zh-CN" sz="1200" dirty="0">
                          <a:effectLst/>
                        </a:rPr>
                        <a:t>天</a:t>
                      </a:r>
                      <a:endParaRPr lang="en-CA" sz="1100" dirty="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3968024"/>
                  </a:ext>
                </a:extLst>
              </a:tr>
            </a:tbl>
          </a:graphicData>
        </a:graphic>
      </p:graphicFrame>
      <p:graphicFrame>
        <p:nvGraphicFramePr>
          <p:cNvPr id="7" name="Table 6">
            <a:extLst>
              <a:ext uri="{FF2B5EF4-FFF2-40B4-BE49-F238E27FC236}">
                <a16:creationId xmlns:a16="http://schemas.microsoft.com/office/drawing/2014/main" id="{F5BB72A9-CF13-49A3-8D60-E0C99BC1CC48}"/>
              </a:ext>
            </a:extLst>
          </p:cNvPr>
          <p:cNvGraphicFramePr>
            <a:graphicFrameLocks noGrp="1"/>
          </p:cNvGraphicFramePr>
          <p:nvPr>
            <p:extLst>
              <p:ext uri="{D42A27DB-BD31-4B8C-83A1-F6EECF244321}">
                <p14:modId xmlns:p14="http://schemas.microsoft.com/office/powerpoint/2010/main" val="1744214150"/>
              </p:ext>
            </p:extLst>
          </p:nvPr>
        </p:nvGraphicFramePr>
        <p:xfrm>
          <a:off x="1061293" y="4341997"/>
          <a:ext cx="5721350" cy="1632585"/>
        </p:xfrm>
        <a:graphic>
          <a:graphicData uri="http://schemas.openxmlformats.org/drawingml/2006/table">
            <a:tbl>
              <a:tblPr firstRow="1" firstCol="1" bandRow="1">
                <a:tableStyleId>{58542034-FE4F-4ADA-92B8-4CA66D0F0DF3}</a:tableStyleId>
              </a:tblPr>
              <a:tblGrid>
                <a:gridCol w="1759585">
                  <a:extLst>
                    <a:ext uri="{9D8B030D-6E8A-4147-A177-3AD203B41FA5}">
                      <a16:colId xmlns:a16="http://schemas.microsoft.com/office/drawing/2014/main" val="507672732"/>
                    </a:ext>
                  </a:extLst>
                </a:gridCol>
                <a:gridCol w="2483485">
                  <a:extLst>
                    <a:ext uri="{9D8B030D-6E8A-4147-A177-3AD203B41FA5}">
                      <a16:colId xmlns:a16="http://schemas.microsoft.com/office/drawing/2014/main" val="1803948716"/>
                    </a:ext>
                  </a:extLst>
                </a:gridCol>
                <a:gridCol w="1478280">
                  <a:extLst>
                    <a:ext uri="{9D8B030D-6E8A-4147-A177-3AD203B41FA5}">
                      <a16:colId xmlns:a16="http://schemas.microsoft.com/office/drawing/2014/main" val="2009265178"/>
                    </a:ext>
                  </a:extLst>
                </a:gridCol>
              </a:tblGrid>
              <a:tr h="0">
                <a:tc>
                  <a:txBody>
                    <a:bodyPr/>
                    <a:lstStyle/>
                    <a:p>
                      <a:pPr marL="0" marR="0">
                        <a:lnSpc>
                          <a:spcPct val="115000"/>
                        </a:lnSpc>
                        <a:spcBef>
                          <a:spcPts val="0"/>
                        </a:spcBef>
                        <a:spcAft>
                          <a:spcPts val="0"/>
                        </a:spcAft>
                      </a:pPr>
                      <a:r>
                        <a:rPr lang="zh-CN" sz="1200">
                          <a:effectLst/>
                        </a:rPr>
                        <a:t>方案</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zh-CN" sz="1200">
                          <a:effectLst/>
                        </a:rPr>
                        <a:t>总功耗</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rPr>
                        <a:t>1010mAH</a:t>
                      </a:r>
                      <a:r>
                        <a:rPr lang="zh-CN" sz="1200">
                          <a:effectLst/>
                        </a:rPr>
                        <a:t>电池使用时间</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309255"/>
                  </a:ext>
                </a:extLst>
              </a:tr>
              <a:tr h="0">
                <a:tc>
                  <a:txBody>
                    <a:bodyPr/>
                    <a:lstStyle/>
                    <a:p>
                      <a:pPr marL="0" marR="0">
                        <a:lnSpc>
                          <a:spcPct val="115000"/>
                        </a:lnSpc>
                        <a:spcBef>
                          <a:spcPts val="0"/>
                        </a:spcBef>
                        <a:spcAft>
                          <a:spcPts val="0"/>
                        </a:spcAft>
                      </a:pPr>
                      <a:r>
                        <a:rPr lang="zh-CN" sz="1200">
                          <a:effectLst/>
                        </a:rPr>
                        <a:t>室内：</a:t>
                      </a:r>
                      <a:r>
                        <a:rPr lang="en-US" sz="1200">
                          <a:effectLst/>
                        </a:rPr>
                        <a:t>UWB</a:t>
                      </a:r>
                      <a:r>
                        <a:rPr lang="zh-CN" sz="1200">
                          <a:effectLst/>
                        </a:rPr>
                        <a:t>五秒一次</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rPr>
                        <a:t>1.128+1.01+0.86+0.0552</a:t>
                      </a:r>
                      <a:endParaRPr lang="en-CA" sz="1100">
                        <a:effectLst/>
                      </a:endParaRPr>
                    </a:p>
                    <a:p>
                      <a:pPr marL="0" marR="0">
                        <a:lnSpc>
                          <a:spcPct val="115000"/>
                        </a:lnSpc>
                        <a:spcBef>
                          <a:spcPts val="0"/>
                        </a:spcBef>
                        <a:spcAft>
                          <a:spcPts val="0"/>
                        </a:spcAft>
                      </a:pPr>
                      <a:r>
                        <a:rPr lang="en-US" sz="1200">
                          <a:effectLst/>
                        </a:rPr>
                        <a:t>=3.0352maH /</a:t>
                      </a:r>
                      <a:r>
                        <a:rPr lang="zh-CN" sz="1200">
                          <a:effectLst/>
                        </a:rPr>
                        <a:t>天</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rPr>
                        <a:t>332</a:t>
                      </a:r>
                      <a:r>
                        <a:rPr lang="zh-CN" sz="1200">
                          <a:effectLst/>
                        </a:rPr>
                        <a:t>天</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5402387"/>
                  </a:ext>
                </a:extLst>
              </a:tr>
              <a:tr h="0">
                <a:tc>
                  <a:txBody>
                    <a:bodyPr/>
                    <a:lstStyle/>
                    <a:p>
                      <a:pPr marL="0" marR="0">
                        <a:lnSpc>
                          <a:spcPct val="115000"/>
                        </a:lnSpc>
                        <a:spcBef>
                          <a:spcPts val="0"/>
                        </a:spcBef>
                        <a:spcAft>
                          <a:spcPts val="0"/>
                        </a:spcAft>
                      </a:pPr>
                      <a:r>
                        <a:rPr lang="zh-CN" sz="1200">
                          <a:effectLst/>
                        </a:rPr>
                        <a:t>室外：</a:t>
                      </a:r>
                      <a:endParaRPr lang="en-CA" sz="1100">
                        <a:effectLst/>
                      </a:endParaRPr>
                    </a:p>
                    <a:p>
                      <a:pPr marL="0" marR="0">
                        <a:lnSpc>
                          <a:spcPct val="115000"/>
                        </a:lnSpc>
                        <a:spcBef>
                          <a:spcPts val="0"/>
                        </a:spcBef>
                        <a:spcAft>
                          <a:spcPts val="0"/>
                        </a:spcAft>
                      </a:pPr>
                      <a:r>
                        <a:rPr lang="en-US" sz="1200">
                          <a:effectLst/>
                        </a:rPr>
                        <a:t>GPS</a:t>
                      </a:r>
                      <a:r>
                        <a:rPr lang="zh-CN" sz="1200">
                          <a:effectLst/>
                        </a:rPr>
                        <a:t>十分钟</a:t>
                      </a:r>
                      <a:r>
                        <a:rPr lang="en-US" sz="1200">
                          <a:effectLst/>
                        </a:rPr>
                        <a:t>/</a:t>
                      </a:r>
                      <a:r>
                        <a:rPr lang="zh-CN" sz="1200">
                          <a:effectLst/>
                        </a:rPr>
                        <a:t>次</a:t>
                      </a:r>
                      <a:endParaRPr lang="en-CA" sz="1100">
                        <a:effectLst/>
                      </a:endParaRPr>
                    </a:p>
                    <a:p>
                      <a:pPr marL="0" marR="0">
                        <a:lnSpc>
                          <a:spcPct val="115000"/>
                        </a:lnSpc>
                        <a:spcBef>
                          <a:spcPts val="0"/>
                        </a:spcBef>
                        <a:spcAft>
                          <a:spcPts val="0"/>
                        </a:spcAft>
                      </a:pPr>
                      <a:r>
                        <a:rPr lang="en-US" sz="1200">
                          <a:effectLst/>
                        </a:rPr>
                        <a:t>NBIOT</a:t>
                      </a:r>
                      <a:r>
                        <a:rPr lang="zh-CN" sz="1200">
                          <a:effectLst/>
                        </a:rPr>
                        <a:t>一小时一次</a:t>
                      </a:r>
                      <a:endParaRPr lang="en-CA" sz="1100">
                        <a:effectLst/>
                      </a:endParaRPr>
                    </a:p>
                    <a:p>
                      <a:pPr marL="0" marR="0">
                        <a:lnSpc>
                          <a:spcPct val="115000"/>
                        </a:lnSpc>
                        <a:spcBef>
                          <a:spcPts val="0"/>
                        </a:spcBef>
                        <a:spcAft>
                          <a:spcPts val="0"/>
                        </a:spcAft>
                      </a:pPr>
                      <a:r>
                        <a:rPr lang="en-US" sz="1200">
                          <a:effectLst/>
                        </a:rPr>
                        <a:t>UWB</a:t>
                      </a:r>
                      <a:r>
                        <a:rPr lang="zh-CN" sz="1200">
                          <a:effectLst/>
                        </a:rPr>
                        <a:t>五秒一次</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a:effectLst/>
                        </a:rPr>
                        <a:t>5.65+2.73+0.35+1.01+1.128+0.0552</a:t>
                      </a:r>
                      <a:endParaRPr lang="en-CA" sz="1100">
                        <a:effectLst/>
                      </a:endParaRPr>
                    </a:p>
                    <a:p>
                      <a:pPr marL="0" marR="0">
                        <a:lnSpc>
                          <a:spcPct val="115000"/>
                        </a:lnSpc>
                        <a:spcBef>
                          <a:spcPts val="0"/>
                        </a:spcBef>
                        <a:spcAft>
                          <a:spcPts val="0"/>
                        </a:spcAft>
                      </a:pPr>
                      <a:r>
                        <a:rPr lang="en-US" sz="1200">
                          <a:effectLst/>
                        </a:rPr>
                        <a:t>=10.923mAH</a:t>
                      </a:r>
                      <a:r>
                        <a:rPr lang="en-CA" sz="1200">
                          <a:effectLst/>
                        </a:rPr>
                        <a:t>/</a:t>
                      </a:r>
                      <a:r>
                        <a:rPr lang="zh-CN" sz="1200">
                          <a:effectLst/>
                        </a:rPr>
                        <a:t>天</a:t>
                      </a:r>
                      <a:endParaRPr lang="en-CA" sz="110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200" dirty="0">
                          <a:effectLst/>
                        </a:rPr>
                        <a:t>92</a:t>
                      </a:r>
                      <a:r>
                        <a:rPr lang="zh-CN" sz="1200" dirty="0">
                          <a:effectLst/>
                        </a:rPr>
                        <a:t>天</a:t>
                      </a:r>
                      <a:endParaRPr lang="en-CA" sz="1100" dirty="0">
                        <a:effectLst/>
                        <a:latin typeface="Arial" panose="020B060402020202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7155232"/>
                  </a:ext>
                </a:extLst>
              </a:tr>
            </a:tbl>
          </a:graphicData>
        </a:graphic>
      </p:graphicFrame>
      <p:sp>
        <p:nvSpPr>
          <p:cNvPr id="11" name="Slide Number Placeholder 3">
            <a:extLst>
              <a:ext uri="{FF2B5EF4-FFF2-40B4-BE49-F238E27FC236}">
                <a16:creationId xmlns:a16="http://schemas.microsoft.com/office/drawing/2014/main" id="{7C8CB0E6-90DC-4E9E-A97A-43A55B4B393F}"/>
              </a:ext>
            </a:extLst>
          </p:cNvPr>
          <p:cNvSpPr>
            <a:spLocks noGrp="1"/>
          </p:cNvSpPr>
          <p:nvPr>
            <p:ph type="sldNum" sz="quarter" idx="4"/>
          </p:nvPr>
        </p:nvSpPr>
        <p:spPr>
          <a:xfrm>
            <a:off x="11159411" y="9861"/>
            <a:ext cx="820423" cy="365125"/>
          </a:xfrm>
          <a:prstGeom prst="rect">
            <a:avLst/>
          </a:prstGeom>
          <a:ln>
            <a:solidFill>
              <a:schemeClr val="tx1"/>
            </a:solidFill>
          </a:ln>
        </p:spPr>
        <p:txBody>
          <a:bodyPr vert="horz" lIns="91440" tIns="45720" rIns="91440" bIns="45720" rtlCol="0" anchor="ctr"/>
          <a:lstStyle>
            <a:lvl1pPr algn="r">
              <a:defRPr sz="1200">
                <a:solidFill>
                  <a:schemeClr val="tx1">
                    <a:tint val="75000"/>
                  </a:schemeClr>
                </a:solidFill>
              </a:defRPr>
            </a:lvl1pPr>
          </a:lstStyle>
          <a:p>
            <a:r>
              <a:rPr lang="zh-CN" altLang="en-US" dirty="0">
                <a:solidFill>
                  <a:schemeClr val="tx1"/>
                </a:solidFill>
                <a:latin typeface="+mn-lt"/>
              </a:rPr>
              <a:t>页码：</a:t>
            </a:r>
            <a:fld id="{1AD6714F-7035-4D30-9C9D-FBA3B4404DC2}" type="slidenum">
              <a:rPr lang="en-CA" smtClean="0">
                <a:solidFill>
                  <a:schemeClr val="tx1"/>
                </a:solidFill>
                <a:latin typeface="+mn-lt"/>
              </a:rPr>
              <a:t>9</a:t>
            </a:fld>
            <a:endParaRPr lang="en-CA" dirty="0">
              <a:solidFill>
                <a:schemeClr val="tx1"/>
              </a:solidFill>
              <a:latin typeface="+mn-lt"/>
            </a:endParaRPr>
          </a:p>
        </p:txBody>
      </p:sp>
    </p:spTree>
    <p:extLst>
      <p:ext uri="{BB962C8B-B14F-4D97-AF65-F5344CB8AC3E}">
        <p14:creationId xmlns:p14="http://schemas.microsoft.com/office/powerpoint/2010/main" val="1951725423"/>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1697</TotalTime>
  <Words>800</Words>
  <Application>Microsoft Macintosh PowerPoint</Application>
  <PresentationFormat>Widescreen</PresentationFormat>
  <Paragraphs>256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Microsoft YaHei</vt:lpstr>
      <vt:lpstr>Microsoft YaHei</vt:lpstr>
      <vt:lpstr>Arial</vt:lpstr>
      <vt:lpstr>Calibri</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Wu Zheng</dc:creator>
  <cp:lastModifiedBy>Wu Zheng</cp:lastModifiedBy>
  <cp:revision>5</cp:revision>
  <dcterms:created xsi:type="dcterms:W3CDTF">2019-06-27T06:41:54Z</dcterms:created>
  <dcterms:modified xsi:type="dcterms:W3CDTF">2019-07-03T07:39:00Z</dcterms:modified>
</cp:coreProperties>
</file>