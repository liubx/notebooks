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1" r:id="rId1"/>
  </p:sldMasterIdLst>
  <p:notesMasterIdLst>
    <p:notesMasterId r:id="rId36"/>
  </p:notesMasterIdLst>
  <p:handoutMasterIdLst>
    <p:handoutMasterId r:id="rId37"/>
  </p:handoutMasterIdLst>
  <p:sldIdLst>
    <p:sldId id="261" r:id="rId2"/>
    <p:sldId id="282" r:id="rId3"/>
    <p:sldId id="283" r:id="rId4"/>
    <p:sldId id="285" r:id="rId5"/>
    <p:sldId id="295" r:id="rId6"/>
    <p:sldId id="256" r:id="rId7"/>
    <p:sldId id="257" r:id="rId8"/>
    <p:sldId id="279" r:id="rId9"/>
    <p:sldId id="288" r:id="rId10"/>
    <p:sldId id="289" r:id="rId11"/>
    <p:sldId id="292" r:id="rId12"/>
    <p:sldId id="298" r:id="rId13"/>
    <p:sldId id="293" r:id="rId14"/>
    <p:sldId id="294" r:id="rId15"/>
    <p:sldId id="258" r:id="rId16"/>
    <p:sldId id="284" r:id="rId17"/>
    <p:sldId id="281" r:id="rId18"/>
    <p:sldId id="280" r:id="rId19"/>
    <p:sldId id="286" r:id="rId20"/>
    <p:sldId id="270" r:id="rId21"/>
    <p:sldId id="271" r:id="rId22"/>
    <p:sldId id="272" r:id="rId23"/>
    <p:sldId id="302" r:id="rId24"/>
    <p:sldId id="303" r:id="rId25"/>
    <p:sldId id="273" r:id="rId26"/>
    <p:sldId id="274" r:id="rId27"/>
    <p:sldId id="275" r:id="rId28"/>
    <p:sldId id="276" r:id="rId29"/>
    <p:sldId id="277" r:id="rId30"/>
    <p:sldId id="278" r:id="rId31"/>
    <p:sldId id="259" r:id="rId32"/>
    <p:sldId id="299" r:id="rId33"/>
    <p:sldId id="300" r:id="rId34"/>
    <p:sldId id="29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ngxin Liu" initials="BL" lastIdx="1" clrIdx="0">
    <p:extLst>
      <p:ext uri="{19B8F6BF-5375-455C-9EA6-DF929625EA0E}">
        <p15:presenceInfo xmlns:p15="http://schemas.microsoft.com/office/powerpoint/2012/main" userId="501438d20db75f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12"/>
    <p:restoredTop sz="86601"/>
  </p:normalViewPr>
  <p:slideViewPr>
    <p:cSldViewPr snapToGrid="0" snapToObjects="1">
      <p:cViewPr varScale="1">
        <p:scale>
          <a:sx n="86" d="100"/>
          <a:sy n="86" d="100"/>
        </p:scale>
        <p:origin x="1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u Zheng" userId="7ffb0a34db43923c" providerId="LiveId" clId="{F632C11D-EA06-4321-AF2B-48065FDA6B74}"/>
    <pc:docChg chg="undo custSel addSld delSld modSld modMainMaster">
      <pc:chgData name="Wu Zheng" userId="7ffb0a34db43923c" providerId="LiveId" clId="{F632C11D-EA06-4321-AF2B-48065FDA6B74}" dt="2019-06-27T07:32:59.321" v="182"/>
      <pc:docMkLst>
        <pc:docMk/>
      </pc:docMkLst>
      <pc:sldChg chg="addSp delSp modSp">
        <pc:chgData name="Wu Zheng" userId="7ffb0a34db43923c" providerId="LiveId" clId="{F632C11D-EA06-4321-AF2B-48065FDA6B74}" dt="2019-06-27T07:32:59.321" v="182"/>
        <pc:sldMkLst>
          <pc:docMk/>
          <pc:sldMk cId="0" sldId="256"/>
        </pc:sldMkLst>
        <pc:spChg chg="add del mod">
          <ac:chgData name="Wu Zheng" userId="7ffb0a34db43923c" providerId="LiveId" clId="{F632C11D-EA06-4321-AF2B-48065FDA6B74}" dt="2019-06-27T07:29:58.535" v="145" actId="478"/>
          <ac:spMkLst>
            <pc:docMk/>
            <pc:sldMk cId="0" sldId="256"/>
            <ac:spMk id="6" creationId="{5229DD65-8E0B-4E13-ABCF-FEB76E97D955}"/>
          </ac:spMkLst>
        </pc:spChg>
        <pc:spChg chg="add del">
          <ac:chgData name="Wu Zheng" userId="7ffb0a34db43923c" providerId="LiveId" clId="{F632C11D-EA06-4321-AF2B-48065FDA6B74}" dt="2019-06-27T07:31:33.953" v="161" actId="478"/>
          <ac:spMkLst>
            <pc:docMk/>
            <pc:sldMk cId="0" sldId="256"/>
            <ac:spMk id="7" creationId="{7974A36E-4D84-4C36-8932-37F96990BC0E}"/>
          </ac:spMkLst>
        </pc:spChg>
        <pc:spChg chg="add del">
          <ac:chgData name="Wu Zheng" userId="7ffb0a34db43923c" providerId="LiveId" clId="{F632C11D-EA06-4321-AF2B-48065FDA6B74}" dt="2019-06-27T07:31:31.396" v="160"/>
          <ac:spMkLst>
            <pc:docMk/>
            <pc:sldMk cId="0" sldId="256"/>
            <ac:spMk id="8" creationId="{3392F751-79AE-4376-91E0-7CA88EE43E20}"/>
          </ac:spMkLst>
        </pc:spChg>
        <pc:spChg chg="add">
          <ac:chgData name="Wu Zheng" userId="7ffb0a34db43923c" providerId="LiveId" clId="{F632C11D-EA06-4321-AF2B-48065FDA6B74}" dt="2019-06-27T07:31:34.421" v="162"/>
          <ac:spMkLst>
            <pc:docMk/>
            <pc:sldMk cId="0" sldId="256"/>
            <ac:spMk id="9" creationId="{122C1958-6A15-4225-B114-88580E3570FE}"/>
          </ac:spMkLst>
        </pc:spChg>
        <pc:graphicFrameChg chg="mod modGraphic">
          <ac:chgData name="Wu Zheng" userId="7ffb0a34db43923c" providerId="LiveId" clId="{F632C11D-EA06-4321-AF2B-48065FDA6B74}" dt="2019-06-27T07:32:59.321" v="182"/>
          <ac:graphicFrameMkLst>
            <pc:docMk/>
            <pc:sldMk cId="0" sldId="256"/>
            <ac:graphicFrameMk id="2" creationId="{00000000-0000-0000-0000-000000000000}"/>
          </ac:graphicFrameMkLst>
        </pc:graphicFrameChg>
      </pc:sldChg>
      <pc:sldChg chg="addSp delSp modSp">
        <pc:chgData name="Wu Zheng" userId="7ffb0a34db43923c" providerId="LiveId" clId="{F632C11D-EA06-4321-AF2B-48065FDA6B74}" dt="2019-06-27T07:32:56.027" v="180"/>
        <pc:sldMkLst>
          <pc:docMk/>
          <pc:sldMk cId="0" sldId="257"/>
        </pc:sldMkLst>
        <pc:spChg chg="add del">
          <ac:chgData name="Wu Zheng" userId="7ffb0a34db43923c" providerId="LiveId" clId="{F632C11D-EA06-4321-AF2B-48065FDA6B74}" dt="2019-06-27T07:31:38.510" v="163" actId="478"/>
          <ac:spMkLst>
            <pc:docMk/>
            <pc:sldMk cId="0" sldId="257"/>
            <ac:spMk id="6" creationId="{812EDDB0-F575-491A-ACE2-E8D3EC91697B}"/>
          </ac:spMkLst>
        </pc:spChg>
        <pc:spChg chg="add">
          <ac:chgData name="Wu Zheng" userId="7ffb0a34db43923c" providerId="LiveId" clId="{F632C11D-EA06-4321-AF2B-48065FDA6B74}" dt="2019-06-27T07:31:38.787" v="164"/>
          <ac:spMkLst>
            <pc:docMk/>
            <pc:sldMk cId="0" sldId="257"/>
            <ac:spMk id="7" creationId="{8169DAB7-1E43-4B1B-95D3-06073148279A}"/>
          </ac:spMkLst>
        </pc:spChg>
        <pc:graphicFrameChg chg="mod modGraphic">
          <ac:chgData name="Wu Zheng" userId="7ffb0a34db43923c" providerId="LiveId" clId="{F632C11D-EA06-4321-AF2B-48065FDA6B74}" dt="2019-06-27T07:32:56.027" v="180"/>
          <ac:graphicFrameMkLst>
            <pc:docMk/>
            <pc:sldMk cId="0" sldId="257"/>
            <ac:graphicFrameMk id="2" creationId="{00000000-0000-0000-0000-000000000000}"/>
          </ac:graphicFrameMkLst>
        </pc:graphicFrameChg>
      </pc:sldChg>
      <pc:sldChg chg="addSp delSp modSp">
        <pc:chgData name="Wu Zheng" userId="7ffb0a34db43923c" providerId="LiveId" clId="{F632C11D-EA06-4321-AF2B-48065FDA6B74}" dt="2019-06-27T07:32:53.504" v="178"/>
        <pc:sldMkLst>
          <pc:docMk/>
          <pc:sldMk cId="0" sldId="258"/>
        </pc:sldMkLst>
        <pc:spChg chg="add del">
          <ac:chgData name="Wu Zheng" userId="7ffb0a34db43923c" providerId="LiveId" clId="{F632C11D-EA06-4321-AF2B-48065FDA6B74}" dt="2019-06-27T07:31:43.279" v="165" actId="478"/>
          <ac:spMkLst>
            <pc:docMk/>
            <pc:sldMk cId="0" sldId="258"/>
            <ac:spMk id="6" creationId="{0C7CC524-2862-4BBF-950C-05E83353C6CB}"/>
          </ac:spMkLst>
        </pc:spChg>
        <pc:spChg chg="add">
          <ac:chgData name="Wu Zheng" userId="7ffb0a34db43923c" providerId="LiveId" clId="{F632C11D-EA06-4321-AF2B-48065FDA6B74}" dt="2019-06-27T07:31:43.687" v="166"/>
          <ac:spMkLst>
            <pc:docMk/>
            <pc:sldMk cId="0" sldId="258"/>
            <ac:spMk id="7" creationId="{09C31074-B943-4FD2-A198-68F794671E6C}"/>
          </ac:spMkLst>
        </pc:spChg>
        <pc:graphicFrameChg chg="mod modGraphic">
          <ac:chgData name="Wu Zheng" userId="7ffb0a34db43923c" providerId="LiveId" clId="{F632C11D-EA06-4321-AF2B-48065FDA6B74}" dt="2019-06-27T07:32:53.504" v="178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addSp delSp">
        <pc:chgData name="Wu Zheng" userId="7ffb0a34db43923c" providerId="LiveId" clId="{F632C11D-EA06-4321-AF2B-48065FDA6B74}" dt="2019-06-27T07:31:48.299" v="168"/>
        <pc:sldMkLst>
          <pc:docMk/>
          <pc:sldMk cId="0" sldId="259"/>
        </pc:sldMkLst>
        <pc:spChg chg="add del">
          <ac:chgData name="Wu Zheng" userId="7ffb0a34db43923c" providerId="LiveId" clId="{F632C11D-EA06-4321-AF2B-48065FDA6B74}" dt="2019-06-27T07:31:48.075" v="167" actId="478"/>
          <ac:spMkLst>
            <pc:docMk/>
            <pc:sldMk cId="0" sldId="259"/>
            <ac:spMk id="6" creationId="{2FFFEC64-7A0B-4908-85DC-18757478A56E}"/>
          </ac:spMkLst>
        </pc:spChg>
        <pc:spChg chg="add">
          <ac:chgData name="Wu Zheng" userId="7ffb0a34db43923c" providerId="LiveId" clId="{F632C11D-EA06-4321-AF2B-48065FDA6B74}" dt="2019-06-27T07:31:48.299" v="168"/>
          <ac:spMkLst>
            <pc:docMk/>
            <pc:sldMk cId="0" sldId="259"/>
            <ac:spMk id="7" creationId="{B0AE171C-8D31-4D79-A2DA-4E994DE4B3D9}"/>
          </ac:spMkLst>
        </pc:spChg>
      </pc:sldChg>
      <pc:sldChg chg="addSp delSp">
        <pc:chgData name="Wu Zheng" userId="7ffb0a34db43923c" providerId="LiveId" clId="{F632C11D-EA06-4321-AF2B-48065FDA6B74}" dt="2019-06-27T07:31:53.054" v="170"/>
        <pc:sldMkLst>
          <pc:docMk/>
          <pc:sldMk cId="0" sldId="260"/>
        </pc:sldMkLst>
        <pc:spChg chg="add del">
          <ac:chgData name="Wu Zheng" userId="7ffb0a34db43923c" providerId="LiveId" clId="{F632C11D-EA06-4321-AF2B-48065FDA6B74}" dt="2019-06-27T07:31:52.852" v="169" actId="478"/>
          <ac:spMkLst>
            <pc:docMk/>
            <pc:sldMk cId="0" sldId="260"/>
            <ac:spMk id="6" creationId="{82A65B05-3CBC-4739-901C-F2EBA2C60F0E}"/>
          </ac:spMkLst>
        </pc:spChg>
        <pc:spChg chg="add">
          <ac:chgData name="Wu Zheng" userId="7ffb0a34db43923c" providerId="LiveId" clId="{F632C11D-EA06-4321-AF2B-48065FDA6B74}" dt="2019-06-27T07:31:53.054" v="170"/>
          <ac:spMkLst>
            <pc:docMk/>
            <pc:sldMk cId="0" sldId="260"/>
            <ac:spMk id="7" creationId="{725E86A2-C8CA-4EA8-A995-830E75CC31B6}"/>
          </ac:spMkLst>
        </pc:spChg>
      </pc:sldChg>
      <pc:sldChg chg="addSp delSp modSp">
        <pc:chgData name="Wu Zheng" userId="7ffb0a34db43923c" providerId="LiveId" clId="{F632C11D-EA06-4321-AF2B-48065FDA6B74}" dt="2019-06-27T07:29:53.940" v="144"/>
        <pc:sldMkLst>
          <pc:docMk/>
          <pc:sldMk cId="4169854460" sldId="261"/>
        </pc:sldMkLst>
        <pc:spChg chg="add del mod">
          <ac:chgData name="Wu Zheng" userId="7ffb0a34db43923c" providerId="LiveId" clId="{F632C11D-EA06-4321-AF2B-48065FDA6B74}" dt="2019-06-27T07:29:53.940" v="144"/>
          <ac:spMkLst>
            <pc:docMk/>
            <pc:sldMk cId="4169854460" sldId="261"/>
            <ac:spMk id="7" creationId="{31AFDB71-9D9C-4AA2-8CD9-0C43CFB9EB94}"/>
          </ac:spMkLst>
        </pc:spChg>
        <pc:graphicFrameChg chg="add del">
          <ac:chgData name="Wu Zheng" userId="7ffb0a34db43923c" providerId="LiveId" clId="{F632C11D-EA06-4321-AF2B-48065FDA6B74}" dt="2019-06-27T07:27:11.641" v="121" actId="478"/>
          <ac:graphicFrameMkLst>
            <pc:docMk/>
            <pc:sldMk cId="4169854460" sldId="261"/>
            <ac:graphicFrameMk id="2" creationId="{00000000-0000-0000-0000-000000000000}"/>
          </ac:graphicFrameMkLst>
        </pc:graphicFrameChg>
      </pc:sldChg>
      <pc:sldChg chg="addSp delSp">
        <pc:chgData name="Wu Zheng" userId="7ffb0a34db43923c" providerId="LiveId" clId="{F632C11D-EA06-4321-AF2B-48065FDA6B74}" dt="2019-06-27T07:31:57.704" v="172"/>
        <pc:sldMkLst>
          <pc:docMk/>
          <pc:sldMk cId="2073567976" sldId="262"/>
        </pc:sldMkLst>
        <pc:spChg chg="add del">
          <ac:chgData name="Wu Zheng" userId="7ffb0a34db43923c" providerId="LiveId" clId="{F632C11D-EA06-4321-AF2B-48065FDA6B74}" dt="2019-06-27T07:31:57.537" v="171" actId="478"/>
          <ac:spMkLst>
            <pc:docMk/>
            <pc:sldMk cId="2073567976" sldId="262"/>
            <ac:spMk id="7" creationId="{E940C0AB-C096-47C2-A2A0-9BE4BDECE43E}"/>
          </ac:spMkLst>
        </pc:spChg>
        <pc:spChg chg="add">
          <ac:chgData name="Wu Zheng" userId="7ffb0a34db43923c" providerId="LiveId" clId="{F632C11D-EA06-4321-AF2B-48065FDA6B74}" dt="2019-06-27T07:31:57.704" v="172"/>
          <ac:spMkLst>
            <pc:docMk/>
            <pc:sldMk cId="2073567976" sldId="262"/>
            <ac:spMk id="10" creationId="{98EFBC36-3FE3-414D-8164-BEA04764DBBE}"/>
          </ac:spMkLst>
        </pc:spChg>
      </pc:sldChg>
      <pc:sldChg chg="modSp del">
        <pc:chgData name="Wu Zheng" userId="7ffb0a34db43923c" providerId="LiveId" clId="{F632C11D-EA06-4321-AF2B-48065FDA6B74}" dt="2019-06-27T07:27:40.087" v="123" actId="2696"/>
        <pc:sldMkLst>
          <pc:docMk/>
          <pc:sldMk cId="2290949962" sldId="263"/>
        </pc:sldMkLst>
        <pc:spChg chg="mod">
          <ac:chgData name="Wu Zheng" userId="7ffb0a34db43923c" providerId="LiveId" clId="{F632C11D-EA06-4321-AF2B-48065FDA6B74}" dt="2019-06-27T07:27:34.487" v="122" actId="1076"/>
          <ac:spMkLst>
            <pc:docMk/>
            <pc:sldMk cId="2290949962" sldId="263"/>
            <ac:spMk id="2" creationId="{E18C0B15-2957-4D09-B84B-058AB6F0FF21}"/>
          </ac:spMkLst>
        </pc:spChg>
      </pc:sldChg>
      <pc:sldChg chg="addSp delSp">
        <pc:chgData name="Wu Zheng" userId="7ffb0a34db43923c" providerId="LiveId" clId="{F632C11D-EA06-4321-AF2B-48065FDA6B74}" dt="2019-06-27T07:32:03.004" v="174"/>
        <pc:sldMkLst>
          <pc:docMk/>
          <pc:sldMk cId="3328971317" sldId="264"/>
        </pc:sldMkLst>
        <pc:spChg chg="add del">
          <ac:chgData name="Wu Zheng" userId="7ffb0a34db43923c" providerId="LiveId" clId="{F632C11D-EA06-4321-AF2B-48065FDA6B74}" dt="2019-06-27T07:32:02.811" v="173" actId="478"/>
          <ac:spMkLst>
            <pc:docMk/>
            <pc:sldMk cId="3328971317" sldId="264"/>
            <ac:spMk id="8" creationId="{5B002605-F420-48AD-B04C-1B8F3514DEE4}"/>
          </ac:spMkLst>
        </pc:spChg>
        <pc:spChg chg="add">
          <ac:chgData name="Wu Zheng" userId="7ffb0a34db43923c" providerId="LiveId" clId="{F632C11D-EA06-4321-AF2B-48065FDA6B74}" dt="2019-06-27T07:32:03.004" v="174"/>
          <ac:spMkLst>
            <pc:docMk/>
            <pc:sldMk cId="3328971317" sldId="264"/>
            <ac:spMk id="9" creationId="{CF3D1184-4336-4CC2-BAB9-6478AE6493FC}"/>
          </ac:spMkLst>
        </pc:spChg>
      </pc:sldChg>
      <pc:sldChg chg="addSp delSp modSp">
        <pc:chgData name="Wu Zheng" userId="7ffb0a34db43923c" providerId="LiveId" clId="{F632C11D-EA06-4321-AF2B-48065FDA6B74}" dt="2019-06-27T07:32:09.654" v="176"/>
        <pc:sldMkLst>
          <pc:docMk/>
          <pc:sldMk cId="524030731" sldId="265"/>
        </pc:sldMkLst>
        <pc:spChg chg="add del">
          <ac:chgData name="Wu Zheng" userId="7ffb0a34db43923c" providerId="LiveId" clId="{F632C11D-EA06-4321-AF2B-48065FDA6B74}" dt="2019-06-27T07:32:09.465" v="175" actId="478"/>
          <ac:spMkLst>
            <pc:docMk/>
            <pc:sldMk cId="524030731" sldId="265"/>
            <ac:spMk id="11" creationId="{274DBEEE-F14C-4395-8829-DB50C4EFDB53}"/>
          </ac:spMkLst>
        </pc:spChg>
        <pc:spChg chg="add">
          <ac:chgData name="Wu Zheng" userId="7ffb0a34db43923c" providerId="LiveId" clId="{F632C11D-EA06-4321-AF2B-48065FDA6B74}" dt="2019-06-27T07:32:09.654" v="176"/>
          <ac:spMkLst>
            <pc:docMk/>
            <pc:sldMk cId="524030731" sldId="265"/>
            <ac:spMk id="12" creationId="{DBCBFB44-013D-4327-9EF2-DCF994907AC4}"/>
          </ac:spMkLst>
        </pc:spChg>
        <pc:graphicFrameChg chg="mod modGraphic">
          <ac:chgData name="Wu Zheng" userId="7ffb0a34db43923c" providerId="LiveId" clId="{F632C11D-EA06-4321-AF2B-48065FDA6B74}" dt="2019-06-27T07:18:56.954" v="28" actId="20577"/>
          <ac:graphicFrameMkLst>
            <pc:docMk/>
            <pc:sldMk cId="524030731" sldId="265"/>
            <ac:graphicFrameMk id="2" creationId="{00000000-0000-0000-0000-000000000000}"/>
          </ac:graphicFrameMkLst>
        </pc:graphicFrameChg>
        <pc:graphicFrameChg chg="mod">
          <ac:chgData name="Wu Zheng" userId="7ffb0a34db43923c" providerId="LiveId" clId="{F632C11D-EA06-4321-AF2B-48065FDA6B74}" dt="2019-06-27T07:16:40.169" v="2" actId="1076"/>
          <ac:graphicFrameMkLst>
            <pc:docMk/>
            <pc:sldMk cId="524030731" sldId="265"/>
            <ac:graphicFrameMk id="10" creationId="{BEE1CE51-3354-234B-B899-B8795FC14EEA}"/>
          </ac:graphicFrameMkLst>
        </pc:graphicFrameChg>
      </pc:sldChg>
      <pc:sldChg chg="add del">
        <pc:chgData name="Wu Zheng" userId="7ffb0a34db43923c" providerId="LiveId" clId="{F632C11D-EA06-4321-AF2B-48065FDA6B74}" dt="2019-06-27T07:19:04.804" v="30" actId="2696"/>
        <pc:sldMkLst>
          <pc:docMk/>
          <pc:sldMk cId="1478064478" sldId="266"/>
        </pc:sldMkLst>
      </pc:sldChg>
      <pc:sldChg chg="addSp delSp modSp add">
        <pc:chgData name="Wu Zheng" userId="7ffb0a34db43923c" providerId="LiveId" clId="{F632C11D-EA06-4321-AF2B-48065FDA6B74}" dt="2019-06-27T07:31:14.687" v="158" actId="207"/>
        <pc:sldMkLst>
          <pc:docMk/>
          <pc:sldMk cId="1951725423" sldId="266"/>
        </pc:sldMkLst>
        <pc:spChg chg="add mod">
          <ac:chgData name="Wu Zheng" userId="7ffb0a34db43923c" providerId="LiveId" clId="{F632C11D-EA06-4321-AF2B-48065FDA6B74}" dt="2019-06-27T07:31:14.687" v="158" actId="207"/>
          <ac:spMkLst>
            <pc:docMk/>
            <pc:sldMk cId="1951725423" sldId="266"/>
            <ac:spMk id="11" creationId="{7C8CB0E6-90DC-4E9E-A97A-43A55B4B393F}"/>
          </ac:spMkLst>
        </pc:spChg>
        <pc:graphicFrameChg chg="mod modGraphic">
          <ac:chgData name="Wu Zheng" userId="7ffb0a34db43923c" providerId="LiveId" clId="{F632C11D-EA06-4321-AF2B-48065FDA6B74}" dt="2019-06-27T07:22:08.604" v="104" actId="20577"/>
          <ac:graphicFrameMkLst>
            <pc:docMk/>
            <pc:sldMk cId="1951725423" sldId="266"/>
            <ac:graphicFrameMk id="2" creationId="{00000000-0000-0000-0000-000000000000}"/>
          </ac:graphicFrameMkLst>
        </pc:graphicFrameChg>
        <pc:graphicFrameChg chg="add mod">
          <ac:chgData name="Wu Zheng" userId="7ffb0a34db43923c" providerId="LiveId" clId="{F632C11D-EA06-4321-AF2B-48065FDA6B74}" dt="2019-06-27T07:20:46.470" v="51"/>
          <ac:graphicFrameMkLst>
            <pc:docMk/>
            <pc:sldMk cId="1951725423" sldId="266"/>
            <ac:graphicFrameMk id="5" creationId="{74F49597-2072-4865-B6F7-12A50877D05A}"/>
          </ac:graphicFrameMkLst>
        </pc:graphicFrameChg>
        <pc:graphicFrameChg chg="add mod">
          <ac:chgData name="Wu Zheng" userId="7ffb0a34db43923c" providerId="LiveId" clId="{F632C11D-EA06-4321-AF2B-48065FDA6B74}" dt="2019-06-27T07:21:53.203" v="76"/>
          <ac:graphicFrameMkLst>
            <pc:docMk/>
            <pc:sldMk cId="1951725423" sldId="266"/>
            <ac:graphicFrameMk id="6" creationId="{32F82795-1A32-443C-BF99-7942892A224E}"/>
          </ac:graphicFrameMkLst>
        </pc:graphicFrameChg>
        <pc:graphicFrameChg chg="add mod">
          <ac:chgData name="Wu Zheng" userId="7ffb0a34db43923c" providerId="LiveId" clId="{F632C11D-EA06-4321-AF2B-48065FDA6B74}" dt="2019-06-27T07:22:32.571" v="108"/>
          <ac:graphicFrameMkLst>
            <pc:docMk/>
            <pc:sldMk cId="1951725423" sldId="266"/>
            <ac:graphicFrameMk id="7" creationId="{F5BB72A9-CF13-49A3-8D60-E0C99BC1CC48}"/>
          </ac:graphicFrameMkLst>
        </pc:graphicFrameChg>
        <pc:graphicFrameChg chg="del">
          <ac:chgData name="Wu Zheng" userId="7ffb0a34db43923c" providerId="LiveId" clId="{F632C11D-EA06-4321-AF2B-48065FDA6B74}" dt="2019-06-27T07:19:24.854" v="33"/>
          <ac:graphicFrameMkLst>
            <pc:docMk/>
            <pc:sldMk cId="1951725423" sldId="266"/>
            <ac:graphicFrameMk id="8" creationId="{241B430B-CB84-B044-8AE6-2C6987028024}"/>
          </ac:graphicFrameMkLst>
        </pc:graphicFrameChg>
        <pc:graphicFrameChg chg="del">
          <ac:chgData name="Wu Zheng" userId="7ffb0a34db43923c" providerId="LiveId" clId="{F632C11D-EA06-4321-AF2B-48065FDA6B74}" dt="2019-06-27T07:19:30.271" v="34"/>
          <ac:graphicFrameMkLst>
            <pc:docMk/>
            <pc:sldMk cId="1951725423" sldId="266"/>
            <ac:graphicFrameMk id="9" creationId="{224092C8-C652-C34C-9722-5D2D36E8A35B}"/>
          </ac:graphicFrameMkLst>
        </pc:graphicFrameChg>
        <pc:graphicFrameChg chg="del">
          <ac:chgData name="Wu Zheng" userId="7ffb0a34db43923c" providerId="LiveId" clId="{F632C11D-EA06-4321-AF2B-48065FDA6B74}" dt="2019-06-27T07:19:33.621" v="35"/>
          <ac:graphicFrameMkLst>
            <pc:docMk/>
            <pc:sldMk cId="1951725423" sldId="266"/>
            <ac:graphicFrameMk id="10" creationId="{BEE1CE51-3354-234B-B899-B8795FC14EEA}"/>
          </ac:graphicFrameMkLst>
        </pc:graphicFrameChg>
      </pc:sldChg>
      <pc:sldMasterChg chg="delSldLayout modSldLayout">
        <pc:chgData name="Wu Zheng" userId="7ffb0a34db43923c" providerId="LiveId" clId="{F632C11D-EA06-4321-AF2B-48065FDA6B74}" dt="2019-06-27T07:27:40.137" v="124" actId="2696"/>
        <pc:sldMasterMkLst>
          <pc:docMk/>
          <pc:sldMasterMk cId="0" sldId="2147483648"/>
        </pc:sldMasterMkLst>
        <pc:sldLayoutChg chg="addSp">
          <pc:chgData name="Wu Zheng" userId="7ffb0a34db43923c" providerId="LiveId" clId="{F632C11D-EA06-4321-AF2B-48065FDA6B74}" dt="2019-06-27T07:26:25.354" v="109"/>
          <pc:sldLayoutMkLst>
            <pc:docMk/>
            <pc:sldMasterMk cId="0" sldId="2147483648"/>
            <pc:sldLayoutMk cId="0" sldId="2147483649"/>
          </pc:sldLayoutMkLst>
          <pc:spChg chg="add">
            <ac:chgData name="Wu Zheng" userId="7ffb0a34db43923c" providerId="LiveId" clId="{F632C11D-EA06-4321-AF2B-48065FDA6B74}" dt="2019-06-27T07:26:25.354" v="109"/>
            <ac:spMkLst>
              <pc:docMk/>
              <pc:sldMasterMk cId="0" sldId="2147483648"/>
              <pc:sldLayoutMk cId="0" sldId="2147483649"/>
              <ac:spMk id="4" creationId="{C2343E99-1A21-4846-A2F2-CAD2EC5199F1}"/>
            </ac:spMkLst>
          </pc:spChg>
        </pc:sldLayoutChg>
        <pc:sldLayoutChg chg="addSp del">
          <pc:chgData name="Wu Zheng" userId="7ffb0a34db43923c" providerId="LiveId" clId="{F632C11D-EA06-4321-AF2B-48065FDA6B74}" dt="2019-06-27T07:27:40.137" v="124" actId="2696"/>
          <pc:sldLayoutMkLst>
            <pc:docMk/>
            <pc:sldMasterMk cId="0" sldId="2147483648"/>
            <pc:sldLayoutMk cId="0" sldId="2147483651"/>
          </pc:sldLayoutMkLst>
          <pc:spChg chg="add">
            <ac:chgData name="Wu Zheng" userId="7ffb0a34db43923c" providerId="LiveId" clId="{F632C11D-EA06-4321-AF2B-48065FDA6B74}" dt="2019-06-27T07:26:27.788" v="110"/>
            <ac:spMkLst>
              <pc:docMk/>
              <pc:sldMasterMk cId="0" sldId="2147483648"/>
              <pc:sldLayoutMk cId="0" sldId="2147483651"/>
              <ac:spMk id="2" creationId="{5B40EBA2-8AC6-4B54-902E-29EC7C528897}"/>
            </ac:spMkLst>
          </pc:spChg>
        </pc:sldLayoutChg>
        <pc:sldLayoutChg chg="addSp">
          <pc:chgData name="Wu Zheng" userId="7ffb0a34db43923c" providerId="LiveId" clId="{F632C11D-EA06-4321-AF2B-48065FDA6B74}" dt="2019-06-27T07:26:29.020" v="111"/>
          <pc:sldLayoutMkLst>
            <pc:docMk/>
            <pc:sldMasterMk cId="0" sldId="2147483648"/>
            <pc:sldLayoutMk cId="0" sldId="2147483652"/>
          </pc:sldLayoutMkLst>
          <pc:spChg chg="add">
            <ac:chgData name="Wu Zheng" userId="7ffb0a34db43923c" providerId="LiveId" clId="{F632C11D-EA06-4321-AF2B-48065FDA6B74}" dt="2019-06-27T07:26:29.020" v="111"/>
            <ac:spMkLst>
              <pc:docMk/>
              <pc:sldMasterMk cId="0" sldId="2147483648"/>
              <pc:sldLayoutMk cId="0" sldId="2147483652"/>
              <ac:spMk id="4" creationId="{505310A7-1A2C-4100-8DEF-ED39AA04B988}"/>
            </ac:spMkLst>
          </pc:spChg>
        </pc:sldLayoutChg>
        <pc:sldLayoutChg chg="addSp">
          <pc:chgData name="Wu Zheng" userId="7ffb0a34db43923c" providerId="LiveId" clId="{F632C11D-EA06-4321-AF2B-48065FDA6B74}" dt="2019-06-27T07:26:29.787" v="112"/>
          <pc:sldLayoutMkLst>
            <pc:docMk/>
            <pc:sldMasterMk cId="0" sldId="2147483648"/>
            <pc:sldLayoutMk cId="0" sldId="2147483653"/>
          </pc:sldLayoutMkLst>
          <pc:spChg chg="add">
            <ac:chgData name="Wu Zheng" userId="7ffb0a34db43923c" providerId="LiveId" clId="{F632C11D-EA06-4321-AF2B-48065FDA6B74}" dt="2019-06-27T07:26:29.787" v="112"/>
            <ac:spMkLst>
              <pc:docMk/>
              <pc:sldMasterMk cId="0" sldId="2147483648"/>
              <pc:sldLayoutMk cId="0" sldId="2147483653"/>
              <ac:spMk id="5" creationId="{FDE09B5D-DD09-4AD5-9FB5-1890623C8D19}"/>
            </ac:spMkLst>
          </pc:spChg>
        </pc:sldLayoutChg>
        <pc:sldLayoutChg chg="addSp">
          <pc:chgData name="Wu Zheng" userId="7ffb0a34db43923c" providerId="LiveId" clId="{F632C11D-EA06-4321-AF2B-48065FDA6B74}" dt="2019-06-27T07:26:30.654" v="113"/>
          <pc:sldLayoutMkLst>
            <pc:docMk/>
            <pc:sldMasterMk cId="0" sldId="2147483648"/>
            <pc:sldLayoutMk cId="0" sldId="2147483654"/>
          </pc:sldLayoutMkLst>
          <pc:spChg chg="add">
            <ac:chgData name="Wu Zheng" userId="7ffb0a34db43923c" providerId="LiveId" clId="{F632C11D-EA06-4321-AF2B-48065FDA6B74}" dt="2019-06-27T07:26:30.654" v="113"/>
            <ac:spMkLst>
              <pc:docMk/>
              <pc:sldMasterMk cId="0" sldId="2147483648"/>
              <pc:sldLayoutMk cId="0" sldId="2147483654"/>
              <ac:spMk id="7" creationId="{7179046B-952E-4223-8FAD-59C782721BA8}"/>
            </ac:spMkLst>
          </pc:spChg>
        </pc:sldLayoutChg>
        <pc:sldLayoutChg chg="addSp">
          <pc:chgData name="Wu Zheng" userId="7ffb0a34db43923c" providerId="LiveId" clId="{F632C11D-EA06-4321-AF2B-48065FDA6B74}" dt="2019-06-27T07:26:32.009" v="114"/>
          <pc:sldLayoutMkLst>
            <pc:docMk/>
            <pc:sldMasterMk cId="0" sldId="2147483648"/>
            <pc:sldLayoutMk cId="0" sldId="2147483655"/>
          </pc:sldLayoutMkLst>
          <pc:spChg chg="add">
            <ac:chgData name="Wu Zheng" userId="7ffb0a34db43923c" providerId="LiveId" clId="{F632C11D-EA06-4321-AF2B-48065FDA6B74}" dt="2019-06-27T07:26:32.009" v="114"/>
            <ac:spMkLst>
              <pc:docMk/>
              <pc:sldMasterMk cId="0" sldId="2147483648"/>
              <pc:sldLayoutMk cId="0" sldId="2147483655"/>
              <ac:spMk id="5" creationId="{FCBAEE70-DB9E-459D-B74D-1804391BD48E}"/>
            </ac:spMkLst>
          </pc:spChg>
        </pc:sldLayoutChg>
        <pc:sldLayoutChg chg="addSp">
          <pc:chgData name="Wu Zheng" userId="7ffb0a34db43923c" providerId="LiveId" clId="{F632C11D-EA06-4321-AF2B-48065FDA6B74}" dt="2019-06-27T07:26:32.937" v="115"/>
          <pc:sldLayoutMkLst>
            <pc:docMk/>
            <pc:sldMasterMk cId="0" sldId="2147483648"/>
            <pc:sldLayoutMk cId="0" sldId="2147483656"/>
          </pc:sldLayoutMkLst>
          <pc:spChg chg="add">
            <ac:chgData name="Wu Zheng" userId="7ffb0a34db43923c" providerId="LiveId" clId="{F632C11D-EA06-4321-AF2B-48065FDA6B74}" dt="2019-06-27T07:26:32.937" v="115"/>
            <ac:spMkLst>
              <pc:docMk/>
              <pc:sldMasterMk cId="0" sldId="2147483648"/>
              <pc:sldLayoutMk cId="0" sldId="2147483656"/>
              <ac:spMk id="5" creationId="{6A04F8DA-85CD-463D-94A0-D44D01450435}"/>
            </ac:spMkLst>
          </pc:spChg>
        </pc:sldLayoutChg>
        <pc:sldLayoutChg chg="addSp">
          <pc:chgData name="Wu Zheng" userId="7ffb0a34db43923c" providerId="LiveId" clId="{F632C11D-EA06-4321-AF2B-48065FDA6B74}" dt="2019-06-27T07:26:33.787" v="116"/>
          <pc:sldLayoutMkLst>
            <pc:docMk/>
            <pc:sldMasterMk cId="0" sldId="2147483648"/>
            <pc:sldLayoutMk cId="0" sldId="2147483657"/>
          </pc:sldLayoutMkLst>
          <pc:spChg chg="add">
            <ac:chgData name="Wu Zheng" userId="7ffb0a34db43923c" providerId="LiveId" clId="{F632C11D-EA06-4321-AF2B-48065FDA6B74}" dt="2019-06-27T07:26:33.787" v="116"/>
            <ac:spMkLst>
              <pc:docMk/>
              <pc:sldMasterMk cId="0" sldId="2147483648"/>
              <pc:sldLayoutMk cId="0" sldId="2147483657"/>
              <ac:spMk id="6" creationId="{206D1163-BFA5-4294-86E7-0D578D9BC241}"/>
            </ac:spMkLst>
          </pc:spChg>
        </pc:sldLayoutChg>
        <pc:sldLayoutChg chg="addSp">
          <pc:chgData name="Wu Zheng" userId="7ffb0a34db43923c" providerId="LiveId" clId="{F632C11D-EA06-4321-AF2B-48065FDA6B74}" dt="2019-06-27T07:26:34.671" v="117"/>
          <pc:sldLayoutMkLst>
            <pc:docMk/>
            <pc:sldMasterMk cId="0" sldId="2147483648"/>
            <pc:sldLayoutMk cId="0" sldId="2147483658"/>
          </pc:sldLayoutMkLst>
          <pc:spChg chg="add">
            <ac:chgData name="Wu Zheng" userId="7ffb0a34db43923c" providerId="LiveId" clId="{F632C11D-EA06-4321-AF2B-48065FDA6B74}" dt="2019-06-27T07:26:34.671" v="117"/>
            <ac:spMkLst>
              <pc:docMk/>
              <pc:sldMasterMk cId="0" sldId="2147483648"/>
              <pc:sldLayoutMk cId="0" sldId="2147483658"/>
              <ac:spMk id="6" creationId="{24CBAEE3-B67E-4E59-AB32-CD698C85B93D}"/>
            </ac:spMkLst>
          </pc:spChg>
        </pc:sldLayoutChg>
        <pc:sldLayoutChg chg="addSp">
          <pc:chgData name="Wu Zheng" userId="7ffb0a34db43923c" providerId="LiveId" clId="{F632C11D-EA06-4321-AF2B-48065FDA6B74}" dt="2019-06-27T07:26:35.269" v="118"/>
          <pc:sldLayoutMkLst>
            <pc:docMk/>
            <pc:sldMasterMk cId="0" sldId="2147483648"/>
            <pc:sldLayoutMk cId="0" sldId="2147483659"/>
          </pc:sldLayoutMkLst>
          <pc:spChg chg="add">
            <ac:chgData name="Wu Zheng" userId="7ffb0a34db43923c" providerId="LiveId" clId="{F632C11D-EA06-4321-AF2B-48065FDA6B74}" dt="2019-06-27T07:26:35.269" v="118"/>
            <ac:spMkLst>
              <pc:docMk/>
              <pc:sldMasterMk cId="0" sldId="2147483648"/>
              <pc:sldLayoutMk cId="0" sldId="2147483659"/>
              <ac:spMk id="6" creationId="{3E858FBD-2229-4F8C-A36F-195F0FEBF363}"/>
            </ac:spMkLst>
          </pc:spChg>
        </pc:sldLayoutChg>
        <pc:sldLayoutChg chg="addSp">
          <pc:chgData name="Wu Zheng" userId="7ffb0a34db43923c" providerId="LiveId" clId="{F632C11D-EA06-4321-AF2B-48065FDA6B74}" dt="2019-06-27T07:26:36.020" v="119"/>
          <pc:sldLayoutMkLst>
            <pc:docMk/>
            <pc:sldMasterMk cId="0" sldId="2147483648"/>
            <pc:sldLayoutMk cId="0" sldId="2147483660"/>
          </pc:sldLayoutMkLst>
          <pc:spChg chg="add">
            <ac:chgData name="Wu Zheng" userId="7ffb0a34db43923c" providerId="LiveId" clId="{F632C11D-EA06-4321-AF2B-48065FDA6B74}" dt="2019-06-27T07:26:36.020" v="119"/>
            <ac:spMkLst>
              <pc:docMk/>
              <pc:sldMasterMk cId="0" sldId="2147483648"/>
              <pc:sldLayoutMk cId="0" sldId="2147483660"/>
              <ac:spMk id="11" creationId="{7D6FA198-0CE7-4A68-A098-F47CC702A845}"/>
            </ac:spMkLst>
          </pc:spChg>
        </pc:sldLayoutChg>
      </pc:sldMaster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8-15T06:18:49.588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75E75F-6FDC-214C-8DBB-75D90FEFE7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C64EF6-1804-F64A-936E-B7C2097DE6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69536-5AB7-984B-A64F-6D46C9ADDEB5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5094E-BFD5-F640-8564-965487721E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8E093-4E36-F846-9995-A16E164E4E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09E06-A19D-6046-81C9-35A89CB59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951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525C2-5681-6440-9E40-2FED502B9772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0E167E-5E6D-EF43-BF7D-2841E7995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547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0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83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93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24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81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800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05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70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75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85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37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56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20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944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2366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电子围栏的设置会不会出现多块的情况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882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697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105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162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0E167E-5E6D-EF43-BF7D-2841E799543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95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C257-EDA4-5C4F-97B2-FD2A8A26E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C21DD-5116-4F43-B38B-53DC1A8C9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D5043-13CA-994B-9B7B-FDF7C34E8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E29D-DC02-0443-A8A7-AEDE2AB5F9D7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68CA3-1A11-7E40-A7F7-41369365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FE2BB-909B-9048-A180-A21B3E1C0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402156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FB739-595E-3441-96D2-C09F5EAC5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31AA0-20D9-4E45-B374-CD93A0636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FBE01-ED4B-CD4E-AAA3-97E2E4FD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E29D-DC02-0443-A8A7-AEDE2AB5F9D7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CD5BD-6FB7-AA43-8458-2A5A58F29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7960B-E603-D742-8921-7587A69F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855026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78D8-9E34-9840-8093-C67EEA491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8EDE5-C192-5B45-856D-F61F12473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D4034-BC2C-C04E-9C35-73C1C4AF0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E29D-DC02-0443-A8A7-AEDE2AB5F9D7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2E23F-AA1B-3749-AA83-CBADE8360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15F7E-D69A-3347-9DC4-E72DB9A2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842931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4A5D7-D485-FE44-AC2E-03721276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6B438-68AD-C245-B7B7-07540D461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3A58C-9144-D54C-8091-BAEED75DA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CDB99-1860-224E-BA3B-A6FD3B936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E29D-DC02-0443-A8A7-AEDE2AB5F9D7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4755D-DB7C-0241-B304-F8E7D96E4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1A6F2-37CD-CB47-91DF-4E71E546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3834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15F70-086C-EC43-B9F2-74E24448D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4D324-186D-464B-ABFA-9FEB93005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76F64-100F-9449-8F57-E753618EE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7768B7-BA01-0343-998B-BC390015D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8EB2E-85A9-7242-BC2F-F09E6A229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96D0F-4723-F143-BB42-5D1C8A72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E29D-DC02-0443-A8A7-AEDE2AB5F9D7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4ACDCC-0A2F-3748-B2A9-6A955F8E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06E5DA-28B5-EC47-BE36-84D62849D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7677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82C53-CA16-CF4E-BEFF-FE36E580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E3526D-9C26-724D-B914-632A096D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E29D-DC02-0443-A8A7-AEDE2AB5F9D7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6027D-7F82-2E40-A324-B1D1FBC2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609B58-84B8-2F46-93FD-F5D137E8F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977741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FEDC60-F3E3-774B-AC4C-8570F9D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E29D-DC02-0443-A8A7-AEDE2AB5F9D7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118E0-8C80-6E4E-B08C-984BBD3E9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B3E2D-8330-3940-A0E5-AF2CFB4B6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395326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0874-67E0-4F46-807F-85023EB31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91E66-6D1E-6D4B-AB44-659E0A1C1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76FED-8EAE-2245-9EDE-08F82A660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03E8D-4934-AE46-8A07-C391BA12F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E29D-DC02-0443-A8A7-AEDE2AB5F9D7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E91D8-9DE3-8A4A-A6C3-D7F3EBE31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CBAB3-82F1-7148-BEEF-BED4D895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971263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C602-9E30-F94C-9131-9E52D1A6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2178F7-61C8-3C41-AB8C-04097927F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FDF69-3F8E-9242-8693-F880AB1C8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68FED-046A-3E45-AAB0-796C2D1A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E29D-DC02-0443-A8A7-AEDE2AB5F9D7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831FB-D8BB-204F-A2FC-37AAFB2E6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B402D-596B-D649-9DD0-552DFA97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985812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C3A2-9709-5843-AFF6-52FD4E6CD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900DA-6B6D-0245-9DE7-6FF889B58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1265-9129-F245-8F74-80669F5E6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E29D-DC02-0443-A8A7-AEDE2AB5F9D7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E3BF0-7033-CB46-ACFF-7FD530CB0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9F721-DFF8-D944-889F-2E14E8A7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048594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69DBB-C4B0-0D47-84AF-CAE7E278D9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4C1D3-2FAA-5040-B1D4-93B837255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E6780-4A8E-9C48-9CB9-51C5E7A0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6E29D-DC02-0443-A8A7-AEDE2AB5F9D7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4C12F-040A-7740-8BD9-9B0019A04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EC970-4958-DC48-AE46-07861A1D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782231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47023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4990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 dirty="0"/>
              <a:t>单击此处编辑母版副标题样式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43E99-1A21-4846-A2F2-CAD2EC519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AD6714F-7035-4D30-9C9D-FBA3B4404DC2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0094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8700F-5378-8140-BA43-194A1EAC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DE4B3-CEFB-414F-9756-0E8AF1020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E8436-99CC-4047-B80A-DA9E128982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6E29D-DC02-0443-A8A7-AEDE2AB5F9D7}" type="datetimeFigureOut">
              <a:rPr lang="en-US" smtClean="0"/>
              <a:t>10/21/19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33136-919C-4B40-A61A-791697EAC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917A-506C-D84C-8423-E0B5D36E5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6620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org.modao.cc/app/db8926cfd39d1cf577dba7a177be3b45#screen=sd766c079e0156289102200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rg.modao.cc/app/d1eca89b6ab1da75b1b446dde06cc7c1#screen=se15bd732ca156455707200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comments" Target="../comments/commen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268220672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修改记录</a:t>
                      </a:r>
                      <a:endParaRPr lang="zh-CN" sz="12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125AD1-3453-744E-B6B8-BC073982B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567762"/>
              </p:ext>
            </p:extLst>
          </p:nvPr>
        </p:nvGraphicFramePr>
        <p:xfrm>
          <a:off x="1341535" y="1187150"/>
          <a:ext cx="8455608" cy="2576870"/>
        </p:xfrm>
        <a:graphic>
          <a:graphicData uri="http://schemas.openxmlformats.org/drawingml/2006/table">
            <a:tbl>
              <a:tblPr firstRow="1" bandRow="1">
                <a:tableStyleId>{58542034-FE4F-4ADA-92B8-4CA66D0F0DF3}</a:tableStyleId>
              </a:tblPr>
              <a:tblGrid>
                <a:gridCol w="749727">
                  <a:extLst>
                    <a:ext uri="{9D8B030D-6E8A-4147-A177-3AD203B41FA5}">
                      <a16:colId xmlns:a16="http://schemas.microsoft.com/office/drawing/2014/main" val="2420396171"/>
                    </a:ext>
                  </a:extLst>
                </a:gridCol>
                <a:gridCol w="1019048">
                  <a:extLst>
                    <a:ext uri="{9D8B030D-6E8A-4147-A177-3AD203B41FA5}">
                      <a16:colId xmlns:a16="http://schemas.microsoft.com/office/drawing/2014/main" val="1781339348"/>
                    </a:ext>
                  </a:extLst>
                </a:gridCol>
                <a:gridCol w="1242456">
                  <a:extLst>
                    <a:ext uri="{9D8B030D-6E8A-4147-A177-3AD203B41FA5}">
                      <a16:colId xmlns:a16="http://schemas.microsoft.com/office/drawing/2014/main" val="3756517023"/>
                    </a:ext>
                  </a:extLst>
                </a:gridCol>
                <a:gridCol w="2853768">
                  <a:extLst>
                    <a:ext uri="{9D8B030D-6E8A-4147-A177-3AD203B41FA5}">
                      <a16:colId xmlns:a16="http://schemas.microsoft.com/office/drawing/2014/main" val="1484724584"/>
                    </a:ext>
                  </a:extLst>
                </a:gridCol>
                <a:gridCol w="1300697">
                  <a:extLst>
                    <a:ext uri="{9D8B030D-6E8A-4147-A177-3AD203B41FA5}">
                      <a16:colId xmlns:a16="http://schemas.microsoft.com/office/drawing/2014/main" val="1243480393"/>
                    </a:ext>
                  </a:extLst>
                </a:gridCol>
                <a:gridCol w="1289912">
                  <a:extLst>
                    <a:ext uri="{9D8B030D-6E8A-4147-A177-3AD203B41FA5}">
                      <a16:colId xmlns:a16="http://schemas.microsoft.com/office/drawing/2014/main" val="236061196"/>
                    </a:ext>
                  </a:extLst>
                </a:gridCol>
              </a:tblGrid>
              <a:tr h="411742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版本号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修改时间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修改内容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作者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079285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2019.06.27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需求初版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刘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268937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2019.07.03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通过二维码扫描获取货物信息</a:t>
                      </a:r>
                      <a:r>
                        <a:rPr lang="zh-CN" altLang="en-US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endParaRPr lang="en-US" altLang="zh-CN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indent="0" algn="ctr">
                        <a:buFont typeface="+mj-lt"/>
                        <a:buNone/>
                      </a:pPr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去除安卓</a:t>
                      </a:r>
                      <a:r>
                        <a:rPr lang="zh-CN" altLang="en-US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App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刘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41871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0.3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2019.08.06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细化需求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刘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668646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393747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37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85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064185714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货物字段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153509"/>
              </p:ext>
            </p:extLst>
          </p:nvPr>
        </p:nvGraphicFramePr>
        <p:xfrm>
          <a:off x="1099855" y="986696"/>
          <a:ext cx="8430742" cy="4850990"/>
        </p:xfrm>
        <a:graphic>
          <a:graphicData uri="http://schemas.openxmlformats.org/drawingml/2006/table">
            <a:tbl>
              <a:tblPr/>
              <a:tblGrid>
                <a:gridCol w="501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7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60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字段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编号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唯一编号</a:t>
                      </a:r>
                      <a:endParaRPr kumimoji="0" lang="en-US" altLang="ja-JP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28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名称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类型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6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描述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定位设备绑定状态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未绑定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来源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所属公司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737431"/>
                  </a:ext>
                </a:extLst>
              </a:tr>
              <a:tr h="340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录入时间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097512"/>
                  </a:ext>
                </a:extLst>
              </a:tr>
              <a:tr h="340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绑定时间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243596"/>
                  </a:ext>
                </a:extLst>
              </a:tr>
              <a:tr h="340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解绑时间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456840"/>
                  </a:ext>
                </a:extLst>
              </a:tr>
              <a:tr h="340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绑定定位设备编号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199289"/>
                  </a:ext>
                </a:extLst>
              </a:tr>
              <a:tr h="340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最新位置上报时间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833982"/>
                  </a:ext>
                </a:extLst>
              </a:tr>
              <a:tr h="340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最新位置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绑定定位设备后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最新获得的位置信息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05548"/>
                  </a:ext>
                </a:extLst>
              </a:tr>
              <a:tr h="340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所属电子围栏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494132"/>
                  </a:ext>
                </a:extLst>
              </a:tr>
              <a:tr h="3407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库存状态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在库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出库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802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931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1838075956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标签字段</a:t>
                      </a:r>
                      <a:endParaRPr lang="zh-CN" altLang="en-US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2" name="Group 753">
            <a:extLst>
              <a:ext uri="{FF2B5EF4-FFF2-40B4-BE49-F238E27FC236}">
                <a16:creationId xmlns:a16="http://schemas.microsoft.com/office/drawing/2014/main" id="{FEAB9EF9-F656-E941-9B8E-4B7DA76B5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700102"/>
              </p:ext>
            </p:extLst>
          </p:nvPr>
        </p:nvGraphicFramePr>
        <p:xfrm>
          <a:off x="1048955" y="943330"/>
          <a:ext cx="7479085" cy="3919119"/>
        </p:xfrm>
        <a:graphic>
          <a:graphicData uri="http://schemas.openxmlformats.org/drawingml/2006/table">
            <a:tbl>
              <a:tblPr/>
              <a:tblGrid>
                <a:gridCol w="37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2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字段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编号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唯一编号</a:t>
                      </a:r>
                      <a:endParaRPr kumimoji="0" lang="en-US" altLang="ja-JP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名称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相当于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ja-JP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MacAddress</a:t>
                      </a:r>
                      <a:endParaRPr kumimoji="0" lang="en-US" altLang="ja-JP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52528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状态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未绑定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温度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湿度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843012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电量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录入时间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292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37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354646346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电子围栏</a:t>
                      </a:r>
                      <a:endParaRPr lang="zh-CN" altLang="en-US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2" name="Group 753">
            <a:extLst>
              <a:ext uri="{FF2B5EF4-FFF2-40B4-BE49-F238E27FC236}">
                <a16:creationId xmlns:a16="http://schemas.microsoft.com/office/drawing/2014/main" id="{FEAB9EF9-F656-E941-9B8E-4B7DA76B5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693848"/>
              </p:ext>
            </p:extLst>
          </p:nvPr>
        </p:nvGraphicFramePr>
        <p:xfrm>
          <a:off x="1163154" y="923875"/>
          <a:ext cx="7479085" cy="2436335"/>
        </p:xfrm>
        <a:graphic>
          <a:graphicData uri="http://schemas.openxmlformats.org/drawingml/2006/table">
            <a:tbl>
              <a:tblPr/>
              <a:tblGrid>
                <a:gridCol w="37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2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字段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ID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ja-JP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名称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创建用户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创建时间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171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645220852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en-US" altLang="ja-JP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枪读取设备</a:t>
                      </a:r>
                      <a:endParaRPr lang="zh-CN" altLang="en-US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2" name="Group 753">
            <a:extLst>
              <a:ext uri="{FF2B5EF4-FFF2-40B4-BE49-F238E27FC236}">
                <a16:creationId xmlns:a16="http://schemas.microsoft.com/office/drawing/2014/main" id="{FEAB9EF9-F656-E941-9B8E-4B7DA76B5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571627"/>
              </p:ext>
            </p:extLst>
          </p:nvPr>
        </p:nvGraphicFramePr>
        <p:xfrm>
          <a:off x="1163154" y="923875"/>
          <a:ext cx="7479085" cy="1949068"/>
        </p:xfrm>
        <a:graphic>
          <a:graphicData uri="http://schemas.openxmlformats.org/drawingml/2006/table">
            <a:tbl>
              <a:tblPr/>
              <a:tblGrid>
                <a:gridCol w="37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2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字段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ID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ja-JP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编号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录入时间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516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4062216974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嵌入安卓应用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设备需要支持蓝牙连接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 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通过设备</a:t>
                      </a: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接口读取货物信息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通过蓝牙把货物信息发送给连接设备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22C1958-6A15-4225-B114-88580E35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9794FA2F-DD0F-2647-8E11-5601D23EA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40" y="1188721"/>
            <a:ext cx="2542755" cy="33397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005775927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="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微信小程序扫码</a:t>
                      </a:r>
                      <a:r>
                        <a:rPr lang="zh-CN" altLang="en-US" sz="1200" b="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1200" b="0" cap="none" spc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App</a:t>
                      </a:r>
                      <a:endParaRPr lang="zh-CN" sz="1200" b="0" cap="none" spc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共</a:t>
                      </a: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个页面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2.1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授权页面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2.2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二维码扫描按钮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2.3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二维码扫码页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2.4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定位设备详情页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解绑按钮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重新绑定按钮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2.5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货物绑定页面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2.6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ja-JP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枪货物获取页面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2.7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货物二维码扫描页面</a:t>
                      </a:r>
                      <a:endParaRPr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需要先通过蓝牙连接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读取设备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使用微信用户作为用户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绑定后的定位设备和货物可以在管理后台查看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用于上线微信小程序的账号需要客户自行准备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169DAB7-1E43-4B1B-95D3-060731482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7</a:t>
            </a:fld>
            <a:endParaRPr lang="en-CA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D34A53E-0AA7-1A46-B569-2734BE6CE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962" y="2174564"/>
            <a:ext cx="7113311" cy="41670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562D3A-5582-8845-9653-6E361701C362}"/>
              </a:ext>
            </a:extLst>
          </p:cNvPr>
          <p:cNvSpPr txBox="1"/>
          <p:nvPr/>
        </p:nvSpPr>
        <p:spPr>
          <a:xfrm>
            <a:off x="1226129" y="5590572"/>
            <a:ext cx="95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  <a:hlinkClick r:id="rId4"/>
              </a:rPr>
              <a:t>设计图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1313356872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微信小程序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2.1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登录授权页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281121"/>
              </p:ext>
            </p:extLst>
          </p:nvPr>
        </p:nvGraphicFramePr>
        <p:xfrm>
          <a:off x="1109934" y="5274551"/>
          <a:ext cx="8351490" cy="896780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授权页面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在没有授权过用户时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会弹出授权登录页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用于授权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该应用需要授权后才可以使用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授权按钮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会弹出授权穿口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询问用户是否允许应用获取昵称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头像等用户信息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用户允许操作后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程序获取到用户信息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并跳转到主页面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B480BBC5-0F20-5B4F-A98E-22C23DBC6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688" y="831350"/>
            <a:ext cx="2381723" cy="4211491"/>
          </a:xfrm>
          <a:prstGeom prst="rect">
            <a:avLst/>
          </a:prstGeom>
        </p:spPr>
      </p:pic>
      <p:pic>
        <p:nvPicPr>
          <p:cNvPr id="14" name="Picture 13" descr="A screenshot of a cell phone&#10;&#10;Description automatically generated">
            <a:extLst>
              <a:ext uri="{FF2B5EF4-FFF2-40B4-BE49-F238E27FC236}">
                <a16:creationId xmlns:a16="http://schemas.microsoft.com/office/drawing/2014/main" id="{D65F926E-9041-C747-A537-F7A90AC44F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832" y="884582"/>
            <a:ext cx="2383668" cy="415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19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051705683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微信小程序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2.2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主页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388860"/>
              </p:ext>
            </p:extLst>
          </p:nvPr>
        </p:nvGraphicFramePr>
        <p:xfrm>
          <a:off x="1135985" y="4518862"/>
          <a:ext cx="5608500" cy="1145615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8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连接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抢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信息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显示信息是否连接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kumimoji="1" lang="ja-JP" altLang="en-US" sz="9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枪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如果连接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kumimoji="1" lang="ja-JP" altLang="en-US" sz="9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枪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的简单信息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如果没有连接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提醒连接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二维码扫码按钮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在没有授权过用户时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会弹出授权登录页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用于授权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该应用需要授权后才可以使用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FE28A7F-3502-BE4F-BFE5-CC10C7584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324" y="952900"/>
            <a:ext cx="2919389" cy="512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80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568324070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微信小程序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2.3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二维码扫码页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780545"/>
              </p:ext>
            </p:extLst>
          </p:nvPr>
        </p:nvGraphicFramePr>
        <p:xfrm>
          <a:off x="1158781" y="4193622"/>
          <a:ext cx="5702810" cy="2091917"/>
        </p:xfrm>
        <a:graphic>
          <a:graphicData uri="http://schemas.openxmlformats.org/drawingml/2006/table">
            <a:tbl>
              <a:tblPr/>
              <a:tblGrid>
                <a:gridCol w="226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3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3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二维码扫描页面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该页面用来扫描定位设备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通过摄像头立即扫描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扫描后会做是否为有效定位设备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是否绑定了货物的判断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并可能弹出以下弹框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无效定位设备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是否重新扫描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定位标签已经绑定货物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是否查看绑定货物信息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是否为该定位标签绑定货物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3843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相册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从相册选择二维码进行扫描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93849"/>
                  </a:ext>
                </a:extLst>
              </a:tr>
              <a:tr h="3843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返回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回到主页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5C71FEC6-C41E-8D46-ADEE-94688B934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63" y="1135895"/>
            <a:ext cx="2317795" cy="1330431"/>
          </a:xfrm>
          <a:prstGeom prst="rect">
            <a:avLst/>
          </a:prstGeom>
        </p:spPr>
      </p:pic>
      <p:pic>
        <p:nvPicPr>
          <p:cNvPr id="13" name="Picture 1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955EB42-C81A-3C4D-9D80-287B66707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319" y="2585095"/>
            <a:ext cx="2317795" cy="1426335"/>
          </a:xfrm>
          <a:prstGeom prst="rect">
            <a:avLst/>
          </a:prstGeom>
        </p:spPr>
      </p:pic>
      <p:pic>
        <p:nvPicPr>
          <p:cNvPr id="16" name="Picture 15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5EC9CA99-2150-724A-95A7-1EE7578F41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834" y="1100806"/>
            <a:ext cx="2213392" cy="1365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67E7D8-F1F4-874E-BE0A-5498F8C39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416" y="920382"/>
            <a:ext cx="2930498" cy="517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14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微信小程序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2.4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货物详情页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845230"/>
              </p:ext>
            </p:extLst>
          </p:nvPr>
        </p:nvGraphicFramePr>
        <p:xfrm>
          <a:off x="1109934" y="4827017"/>
          <a:ext cx="8351490" cy="1265825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货物基本信息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显示以下字段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录入时间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绑定信息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显示以下字段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绑定用户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93849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解绑按钮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解除货物与定位设备的绑定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需要弹框确认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FFFF464-7290-7B4B-9831-C9B011609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917" y="875488"/>
            <a:ext cx="2139638" cy="370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928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微信小程序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2.5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货物绑定页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90742"/>
              </p:ext>
            </p:extLst>
          </p:nvPr>
        </p:nvGraphicFramePr>
        <p:xfrm>
          <a:off x="1135874" y="4974857"/>
          <a:ext cx="8730021" cy="1676238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8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8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标签信息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名称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2357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二维码获取货物信息按钮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跳转到货物二维码扫描页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获取有效货物信息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0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枪获取货物信息按钮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跳转到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枪货物获取页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获取有效货物信息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810814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货物信息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当获取到货物信息后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展示将要绑定的货物信息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显示以下字段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录入时间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420143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确认绑定按钮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当获取到货物信息后显示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显示该按钮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134758"/>
                  </a:ext>
                </a:extLst>
              </a:tr>
            </a:tbl>
          </a:graphicData>
        </a:graphic>
      </p:graphicFrame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6881859B-D94D-744F-8C11-6B129520D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172" y="868485"/>
            <a:ext cx="2272280" cy="40082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F6D022-96F6-AE49-A2A3-909B20BFB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548" y="832443"/>
            <a:ext cx="2299956" cy="4020298"/>
          </a:xfrm>
          <a:prstGeom prst="rect">
            <a:avLst/>
          </a:prstGeom>
        </p:spPr>
      </p:pic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0B71F2DB-0C65-8242-B9A2-75A5A3014A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318" y="868486"/>
            <a:ext cx="2272280" cy="399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1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1251355175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微信小程序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2.6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ja-JP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枪货物获取页面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2E2980-CC4C-B942-8129-FBC43E108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708264"/>
              </p:ext>
            </p:extLst>
          </p:nvPr>
        </p:nvGraphicFramePr>
        <p:xfrm>
          <a:off x="1175425" y="4387242"/>
          <a:ext cx="8351490" cy="1732991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3629900618"/>
                    </a:ext>
                  </a:extLst>
                </a:gridCol>
                <a:gridCol w="1149288">
                  <a:extLst>
                    <a:ext uri="{9D8B030D-6E8A-4147-A177-3AD203B41FA5}">
                      <a16:colId xmlns:a16="http://schemas.microsoft.com/office/drawing/2014/main" val="2856373507"/>
                    </a:ext>
                  </a:extLst>
                </a:gridCol>
                <a:gridCol w="4714447">
                  <a:extLst>
                    <a:ext uri="{9D8B030D-6E8A-4147-A177-3AD203B41FA5}">
                      <a16:colId xmlns:a16="http://schemas.microsoft.com/office/drawing/2014/main" val="697616098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3723676320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1713768323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818919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获取到的货物列表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打开该页面后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开始读取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枪扫描的货物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并显示在列表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7141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点击列表项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点击后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判断是否为有效货物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判断该货物是否被绑定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并可能弹出以下弹框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无效货物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请重新选择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货物已经被绑定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请先解绑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是否为绑定该货物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747986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返回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回到绑定页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320652"/>
                  </a:ext>
                </a:extLst>
              </a:tr>
            </a:tbl>
          </a:graphicData>
        </a:graphic>
      </p:graphicFrame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586C7BB3-8694-F04C-960C-C555B639E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003" y="894610"/>
            <a:ext cx="1922323" cy="3349892"/>
          </a:xfrm>
          <a:prstGeom prst="rect">
            <a:avLst/>
          </a:prstGeom>
        </p:spPr>
      </p:pic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6348BF92-AE8E-D840-937B-BEB15D6A15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230" y="894610"/>
            <a:ext cx="1876018" cy="333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383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1968425698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微信小程序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2.7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货物二维码扫描页面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79EAA7-2080-1549-9BFF-529703C5F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940882"/>
              </p:ext>
            </p:extLst>
          </p:nvPr>
        </p:nvGraphicFramePr>
        <p:xfrm>
          <a:off x="1309038" y="3601649"/>
          <a:ext cx="5332838" cy="2544082"/>
        </p:xfrm>
        <a:graphic>
          <a:graphicData uri="http://schemas.openxmlformats.org/drawingml/2006/table">
            <a:tbl>
              <a:tblPr/>
              <a:tblGrid>
                <a:gridCol w="205400">
                  <a:extLst>
                    <a:ext uri="{9D8B030D-6E8A-4147-A177-3AD203B41FA5}">
                      <a16:colId xmlns:a16="http://schemas.microsoft.com/office/drawing/2014/main" val="3629900618"/>
                    </a:ext>
                  </a:extLst>
                </a:gridCol>
                <a:gridCol w="732491">
                  <a:extLst>
                    <a:ext uri="{9D8B030D-6E8A-4147-A177-3AD203B41FA5}">
                      <a16:colId xmlns:a16="http://schemas.microsoft.com/office/drawing/2014/main" val="2856373507"/>
                    </a:ext>
                  </a:extLst>
                </a:gridCol>
                <a:gridCol w="1520485">
                  <a:extLst>
                    <a:ext uri="{9D8B030D-6E8A-4147-A177-3AD203B41FA5}">
                      <a16:colId xmlns:a16="http://schemas.microsoft.com/office/drawing/2014/main" val="697616098"/>
                    </a:ext>
                  </a:extLst>
                </a:gridCol>
                <a:gridCol w="471762">
                  <a:extLst>
                    <a:ext uri="{9D8B030D-6E8A-4147-A177-3AD203B41FA5}">
                      <a16:colId xmlns:a16="http://schemas.microsoft.com/office/drawing/2014/main" val="3723676320"/>
                    </a:ext>
                  </a:extLst>
                </a:gridCol>
                <a:gridCol w="2402700">
                  <a:extLst>
                    <a:ext uri="{9D8B030D-6E8A-4147-A177-3AD203B41FA5}">
                      <a16:colId xmlns:a16="http://schemas.microsoft.com/office/drawing/2014/main" val="1713768323"/>
                    </a:ext>
                  </a:extLst>
                </a:gridCol>
              </a:tblGrid>
              <a:tr h="2664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818919"/>
                  </a:ext>
                </a:extLst>
              </a:tr>
              <a:tr h="9803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二维码扫描页面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该页面用来扫描货物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通过摄像头立即扫描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扫描后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判断是否为有效货物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判断该货物是否被绑定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并可能弹出以下弹框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无效货物信息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是否重新扫描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货物已经被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请先解绑货物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是否为绑定该货物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747986"/>
                  </a:ext>
                </a:extLst>
              </a:tr>
              <a:tr h="362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相册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从相册选择二维码进行扫描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812477"/>
                  </a:ext>
                </a:extLst>
              </a:tr>
              <a:tr h="362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返回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回到绑定页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32065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99ADAF6-75DC-DA45-B9A8-35596F392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271" y="856649"/>
            <a:ext cx="3022332" cy="528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563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99194552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管理后台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3.1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管理员账号登录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3.2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地图位置总揽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3.3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货物管理页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列表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3.4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货物详情页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3.5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定位标签管理页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列表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3.6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定位标签详情页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3.7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电子围栏管理页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列表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3.8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电子围栏编辑页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3.9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告警管理页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列表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3.10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系统管理页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登录后主页包含菜单地图显示园区所有货物位置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和简单数据统计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</a:t>
                      </a:r>
                      <a:r>
                        <a:rPr lang="zh-CN" altLang="en-US" sz="1200" baseline="0" dirty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告警会在管理后台全局范围内弹框提醒</a:t>
                      </a:r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C11897-D202-BD46-8E7C-BC9EDC64B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291" y="845335"/>
            <a:ext cx="6650566" cy="55577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7E8281-0A87-CB4A-907F-93D82291DDFB}"/>
              </a:ext>
            </a:extLst>
          </p:cNvPr>
          <p:cNvSpPr txBox="1"/>
          <p:nvPr/>
        </p:nvSpPr>
        <p:spPr>
          <a:xfrm>
            <a:off x="1062924" y="5648446"/>
            <a:ext cx="95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设计图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4143337567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通用设定</a:t>
                      </a:r>
                      <a:endParaRPr lang="zh-CN" altLang="en-US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3.0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全局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页面地址分配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2" name="Group 753">
            <a:extLst>
              <a:ext uri="{FF2B5EF4-FFF2-40B4-BE49-F238E27FC236}">
                <a16:creationId xmlns:a16="http://schemas.microsoft.com/office/drawing/2014/main" id="{FEAB9EF9-F656-E941-9B8E-4B7DA76B5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497557"/>
              </p:ext>
            </p:extLst>
          </p:nvPr>
        </p:nvGraphicFramePr>
        <p:xfrm>
          <a:off x="1020481" y="1122319"/>
          <a:ext cx="8611199" cy="5139145"/>
        </p:xfrm>
        <a:graphic>
          <a:graphicData uri="http://schemas.openxmlformats.org/drawingml/2006/table">
            <a:tbl>
              <a:tblPr/>
              <a:tblGrid>
                <a:gridCol w="736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1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3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24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</a:t>
                      </a: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</a:t>
                      </a: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2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3.1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登录页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/login</a:t>
                      </a:r>
                      <a:endParaRPr kumimoji="0" lang="en-US" altLang="ja-JP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4252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3.2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主页</a:t>
                      </a:r>
                      <a:r>
                        <a:rPr lang="zh-CN" altLang="en-US" sz="11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ja-JP" altLang="en-US" sz="11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地图位置总揽</a:t>
                      </a:r>
                      <a:r>
                        <a:rPr lang="zh-CN" altLang="en-US" sz="11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zh-CN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/monitor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2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3.3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ja-JP" altLang="en-US" sz="11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货物列表页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/product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2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3.4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货物详情页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/product/{id}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3.5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标签列表页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locator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3.6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标签详情页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locator/{id}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292873"/>
                  </a:ext>
                </a:extLst>
              </a:tr>
              <a:tr h="502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3.7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电子围栏管理页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fence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745447"/>
                  </a:ext>
                </a:extLst>
              </a:tr>
              <a:tr h="502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3.8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ja-JP" altLang="en-US" sz="11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电子围栏详情编辑页</a:t>
                      </a:r>
                      <a:r>
                        <a:rPr lang="zh-CN" altLang="en-US" sz="11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ja-JP" sz="11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1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1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添加页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fence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/{id}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056625"/>
                  </a:ext>
                </a:extLst>
              </a:tr>
              <a:tr h="502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3.9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告警管理页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notification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234372"/>
                  </a:ext>
                </a:extLst>
              </a:tr>
              <a:tr h="502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3.10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系统管理页</a:t>
                      </a:r>
                      <a:endParaRPr kumimoji="0" lang="zh-CN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/setting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121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311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162095535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通用设定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3.0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全局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菜单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通知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270164"/>
              </p:ext>
            </p:extLst>
          </p:nvPr>
        </p:nvGraphicFramePr>
        <p:xfrm>
          <a:off x="3854662" y="1672260"/>
          <a:ext cx="5887216" cy="3394544"/>
        </p:xfrm>
        <a:graphic>
          <a:graphicData uri="http://schemas.openxmlformats.org/drawingml/2006/table">
            <a:tbl>
              <a:tblPr/>
              <a:tblGrid>
                <a:gridCol w="292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8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7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菜单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两种状态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展开显示文字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折叠显示图标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3333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总览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一级菜单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跳转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/monitor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在总览页面会处于点亮状态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2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货物管理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一级菜单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跳转货物列表列表页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/cargo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在货物列表列表页和货物详情页都处于点亮状态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6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标签管理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一级菜单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跳转定位标签列表页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/label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在定位标签列表页和定位标签详情页都处于点亮状态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6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电子围栏管理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一级菜单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跳转电子围栏列表页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/fence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在电子围栏列表页和电子围栏详情页都处于点亮状态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6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告警管理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一级菜单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跳转告警列表页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/notification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在告警页米时处于点亮状态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923666"/>
                  </a:ext>
                </a:extLst>
              </a:tr>
              <a:tr h="4936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系统管理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一级菜单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跳转告警列表页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/setting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在系统管理页面时处于点亮状态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ja-JP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5822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E4E9BE6-352A-E04C-AAC5-1A0252179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06" y="1084399"/>
            <a:ext cx="2633772" cy="466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36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337981112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通用设定</a:t>
                      </a:r>
                      <a:endParaRPr lang="zh-CN" altLang="en-US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3.0.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全局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网页头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18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9" name="Group 753">
            <a:extLst>
              <a:ext uri="{FF2B5EF4-FFF2-40B4-BE49-F238E27FC236}">
                <a16:creationId xmlns:a16="http://schemas.microsoft.com/office/drawing/2014/main" id="{D38B2CFB-FF9D-A241-BFB4-5372FE27E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924990"/>
              </p:ext>
            </p:extLst>
          </p:nvPr>
        </p:nvGraphicFramePr>
        <p:xfrm>
          <a:off x="1101473" y="2941359"/>
          <a:ext cx="8729875" cy="2676830"/>
        </p:xfrm>
        <a:graphic>
          <a:graphicData uri="http://schemas.openxmlformats.org/drawingml/2006/table">
            <a:tbl>
              <a:tblPr/>
              <a:tblGrid>
                <a:gridCol w="32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8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43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1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菜单折叠按钮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两种状态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展开显示文字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折叠显示图标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297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面包屑导航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显示目前页面所在目录结构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能点击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跳转到其他链接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6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标题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显示该页面标题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通知按钮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跳转到</a:t>
                      </a:r>
                      <a:r>
                        <a:rPr lang="ja-JP" altLang="en-US" sz="9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告警管理页</a:t>
                      </a:r>
                      <a:r>
                        <a:rPr lang="zh-CN" altLang="en-US" sz="9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en-US" altLang="zh-CN" sz="9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/notification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个人信息显示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展开浮窗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系统管理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退出登录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kumimoji="0" lang="ja-JP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鼠标移入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系统管理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/settings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系统管理页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93918"/>
                  </a:ext>
                </a:extLst>
              </a:tr>
              <a:tr h="350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退出登录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登出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838883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27FE4AA3-E43D-9D4D-8779-A4BC2D0BE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81" y="1239811"/>
            <a:ext cx="8810867" cy="120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331875958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管理后台页面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3.1.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管理员账号登录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7E498-E23A-3B46-9BB5-49C59C373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234" y="848416"/>
            <a:ext cx="5765075" cy="3054177"/>
          </a:xfrm>
          <a:prstGeom prst="rect">
            <a:avLst/>
          </a:prstGeom>
        </p:spPr>
      </p:pic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265026"/>
              </p:ext>
            </p:extLst>
          </p:nvPr>
        </p:nvGraphicFramePr>
        <p:xfrm>
          <a:off x="1271482" y="3992403"/>
          <a:ext cx="8351490" cy="2816715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/login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账号输入框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账号由我们提供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在数据生成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不提供额外注册页面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不提供忘记密码处理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最多输入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个字符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超出无法再输入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错误提醒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未填写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请输入帐号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包含除了数字字母下划线外字符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请输入有效字符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键盘输入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密码输入框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最多输入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个字符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超出无法再输入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错误提醒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未填写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请输入密码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键盘输入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验证码输入框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最多输入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个字符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超出无法再输入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错误提醒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未填写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请输入验证码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；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包含除了数字字母外字符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请输入有效字符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键盘输入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验证码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刷新按钮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验证码如左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图效果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按刷新按钮刷新验证码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错误提醒如左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图效果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验证码错误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请输入正确验证码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账号密码错误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请输入正确账号或密码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93918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登录成功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登录成功后跳转到总览页面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/monitor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自动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83888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9F2A934-3CF0-4544-AC30-436528631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998" y="1382526"/>
            <a:ext cx="2758734" cy="1393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B307AD-6954-0A4F-A5A1-1A4627900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589" y="2976200"/>
            <a:ext cx="1228271" cy="77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65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905648510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管理后台页面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3.2.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主页</a:t>
                      </a: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总览页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地图位置总览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登录后主页包含菜单地图显示园区所有货物位置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和简单数据统计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在室外时不显示室内货物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在室内时不显示室外货物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578940"/>
              </p:ext>
            </p:extLst>
          </p:nvPr>
        </p:nvGraphicFramePr>
        <p:xfrm>
          <a:off x="1271482" y="4052974"/>
          <a:ext cx="8351490" cy="2447090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monitor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地图显示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显示园区地图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可以缩放和平移地图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室内地图入口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地图上有室内地图标记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点击会有浮窗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提醒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是否进入</a:t>
                      </a:r>
                      <a:r>
                        <a:rPr kumimoji="0" lang="en-US" altLang="ja-JP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xxxxx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室内地图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确认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进入室内地图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取消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隐藏浮窗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货物位置显示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地图上显示所有货物位置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货物标记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弹出货物信息浮框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显示货物字段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类型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最新位置更新时间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温度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湿度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电量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所属围栏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更多信息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点击进入货物详情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点击货物标记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电子围栏显示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点击货物信息时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如果有所属围栏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在地图上显示货物的围栏范围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点击货物标记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93918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告警高亮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当告警与地图上的货物有关联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对应货物高亮提醒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120128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6C5FD9E3-C4DD-C349-A35D-884CE58FC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607" y="1028500"/>
            <a:ext cx="4627365" cy="275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341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202512962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管理后台页面</a:t>
                      </a:r>
                      <a:endParaRPr lang="zh-CN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3.3.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货物管理页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（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列表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21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799890"/>
              </p:ext>
            </p:extLst>
          </p:nvPr>
        </p:nvGraphicFramePr>
        <p:xfrm>
          <a:off x="1182578" y="4424514"/>
          <a:ext cx="8351490" cy="2055953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product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252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录入时间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详情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筛选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筛选状态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绑定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未绑定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记录筛选状态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默认按录入时间排序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219472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翻页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记录翻页状态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编号搜索框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输入后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按回车或点击搜索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icon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模糊搜索出编号中含有输入字符的结果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详情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跳转到货物详情页面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/product/{id}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93918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1F80C805-6CB2-8843-B667-A4DDD5E8E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279" y="1131605"/>
            <a:ext cx="7502151" cy="308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39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4155147934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管理后台页面</a:t>
                      </a:r>
                      <a:endParaRPr lang="zh-CN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3.4.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货物详情页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货物信息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绑定信息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954735"/>
              </p:ext>
            </p:extLst>
          </p:nvPr>
        </p:nvGraphicFramePr>
        <p:xfrm>
          <a:off x="1265731" y="4505450"/>
          <a:ext cx="8351490" cy="2113967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2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product/{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id}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2464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字段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类型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描述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来源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录入时间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最新位置上报时间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库存状态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绑定状态下显示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温度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湿度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当前绑定定位装置信息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从未绑定</a:t>
                      </a: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该板块显示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”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未绑定定位装置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如果绑定状态</a:t>
                      </a: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该板块显示以下字段</a:t>
                      </a:r>
                      <a:endParaRPr kumimoji="0" lang="en-US" altLang="ja-JP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定位设备编号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定位设备名称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电量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绑定用户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查看更多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跳转到标签详情页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如绑定后又解绑了</a:t>
                      </a: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该版块显示以下字段</a:t>
                      </a:r>
                      <a:endParaRPr kumimoji="0" lang="en-US" altLang="ja-JP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定位设备编号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定位设备名称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电量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绑定用户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解绑时间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解绑用户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查看更多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跳转到标签详情页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6324C873-4031-4448-A91E-2170CF846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576" y="1187949"/>
            <a:ext cx="75438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25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748197573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管理后台页面</a:t>
                      </a:r>
                      <a:endParaRPr lang="zh-CN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3.4.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货物详情页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货物轨迹图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从未绑定过货物时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隐藏该模块</a:t>
                      </a:r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23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822690"/>
              </p:ext>
            </p:extLst>
          </p:nvPr>
        </p:nvGraphicFramePr>
        <p:xfrm>
          <a:off x="1211255" y="5154177"/>
          <a:ext cx="8351490" cy="1981615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3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product/{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id}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日期选择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单日期选择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围栏选择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选择货物所属围栏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选中后显示在地图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可以多选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668060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显示货物当前位置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默认显示货物最新位置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地图视图跟随货物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以货物为中心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659737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显示电子围栏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默认显示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显示该货物的所属电子围栏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166654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显示货物指定日期的位置轨迹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默认显示当天的历史轨迹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228104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BB52C65B-2733-F84C-A67F-72AF81E5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255" y="1251904"/>
            <a:ext cx="8275645" cy="368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99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489154557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管理后台页面</a:t>
                      </a:r>
                      <a:endParaRPr lang="zh-CN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3.4.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货物详情页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kumimoji="0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温度湿度曲线图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从未绑定过货物时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隐藏该模块</a:t>
                      </a:r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702004"/>
              </p:ext>
            </p:extLst>
          </p:nvPr>
        </p:nvGraphicFramePr>
        <p:xfrm>
          <a:off x="1192005" y="4865867"/>
          <a:ext cx="8351490" cy="1342205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2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product/{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id}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日期选择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单日期选择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728717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温度曲线图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显示温度曲线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743880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湿度曲线图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显示湿度曲线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776213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9ED94F15-99F3-CE4F-A197-EE253DD21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922" y="1434240"/>
            <a:ext cx="8160988" cy="313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43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866626973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管理后台页面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3.5.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定位标签管理页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列表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154265"/>
              </p:ext>
            </p:extLst>
          </p:nvPr>
        </p:nvGraphicFramePr>
        <p:xfrm>
          <a:off x="1271482" y="4306983"/>
          <a:ext cx="8570608" cy="1681749"/>
        </p:xfrm>
        <a:graphic>
          <a:graphicData uri="http://schemas.openxmlformats.org/drawingml/2006/table">
            <a:tbl>
              <a:tblPr/>
              <a:tblGrid>
                <a:gridCol w="314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25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408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5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locator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271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字段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状态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电量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录入时间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操作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itchFamily="2" charset="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itchFamily="2" charset="2"/>
                        </a:rPr>
                        <a:t>详情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itchFamily="2" charset="2"/>
                        </a:rPr>
                        <a:t>）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9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筛选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筛选状态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未绑定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记录筛选状态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翻页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记录翻页状态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编号搜索框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输入后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按回车或点击搜索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icon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模糊搜索出编号中含有输入字符的结果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05BBD3B8-A8A8-FB4B-AE4D-9AC0759E7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489" y="1289153"/>
            <a:ext cx="7382933" cy="258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13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881472414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管理后台页面</a:t>
                      </a:r>
                      <a:endParaRPr lang="zh-CN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3.6.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定位标签详情页</a:t>
                      </a:r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26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920342"/>
              </p:ext>
            </p:extLst>
          </p:nvPr>
        </p:nvGraphicFramePr>
        <p:xfrm>
          <a:off x="1153348" y="3882089"/>
          <a:ext cx="8351490" cy="2393947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locator/{id}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2525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字段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名称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电量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录入时间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绑定货物信息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如从未绑定</a:t>
                      </a: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endParaRPr kumimoji="0" lang="en-US" altLang="zh-CN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该板块显示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”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未绑定过货物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如果绑定</a:t>
                      </a: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该板块显示以下字段</a:t>
                      </a:r>
                      <a:endParaRPr kumimoji="0" lang="en-US" altLang="ja-JP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类型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绑定用户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查看更多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跳转到标签详情页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如绑定后又解绑</a:t>
                      </a: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该版块显示以下字段</a:t>
                      </a:r>
                      <a:endParaRPr kumimoji="0" lang="en-US" altLang="ja-JP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货物类型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绑定用户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解绑时间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查看更多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跳转到货物详情页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操作记录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2019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月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xx:xx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被拆卸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2019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月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xx:xx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被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xxx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用户与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xxx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解绑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2019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月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xx:xx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被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xxx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用户与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xxx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绑定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3E9F93ED-A96A-2B4A-BB62-D875883023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1926"/>
          <a:stretch/>
        </p:blipFill>
        <p:spPr>
          <a:xfrm>
            <a:off x="1701106" y="1144793"/>
            <a:ext cx="7454184" cy="261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85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872286908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管理后台页面</a:t>
                      </a:r>
                      <a:endParaRPr lang="zh-CN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3.7.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电子围栏管理页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（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列表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27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086329"/>
              </p:ext>
            </p:extLst>
          </p:nvPr>
        </p:nvGraphicFramePr>
        <p:xfrm>
          <a:off x="1196836" y="4277533"/>
          <a:ext cx="8351490" cy="1942010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fence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字段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创建用户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创建时间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编辑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创建时间倒序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翻页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只显示前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页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编辑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跳转到电子围栏编辑页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fence/edit/{id}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添加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跳转到电子围栏添加页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/fence/edit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93918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F5F0745F-8484-1A42-AEE0-3E3DE2B24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924" y="1137100"/>
            <a:ext cx="5677315" cy="295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93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86739335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管理后台页面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3.8.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电子围栏详情页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编辑页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898782"/>
              </p:ext>
            </p:extLst>
          </p:nvPr>
        </p:nvGraphicFramePr>
        <p:xfrm>
          <a:off x="1183559" y="4178327"/>
          <a:ext cx="8351490" cy="2104081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fence/edit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{id}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259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地图展示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展示地图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室内外可切换地图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围栏展示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展示现有围栏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保存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回到列表页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要有弹框提醒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取消按钮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不保存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回到列表页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要有弹框提醒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删除按钮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删除整个电子围栏记录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要有弹框提醒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916702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电子围栏名称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可以编辑电子围栏名称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最终按完成时保存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93918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D09AFE16-4D03-534B-8BF0-6FDA518C4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049" y="914355"/>
            <a:ext cx="6096000" cy="318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97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1195096076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管理后台页面</a:t>
                      </a:r>
                      <a:endParaRPr lang="zh-CN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3.9.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告警管理页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（</a:t>
                      </a:r>
                      <a:r>
                        <a:rPr lang="ja-JP" altLang="en-US" sz="1200" baseline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列表</a:t>
                      </a:r>
                      <a:r>
                        <a:rPr lang="zh-CN" altLang="en-US" sz="12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29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878080"/>
              </p:ext>
            </p:extLst>
          </p:nvPr>
        </p:nvGraphicFramePr>
        <p:xfrm>
          <a:off x="1104301" y="4026331"/>
          <a:ext cx="8351490" cy="2499848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notification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2535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已读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未读过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未点击过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的告警为深色状态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已读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点击过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的告警为浅色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筛选类型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类型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电子围栏超出告警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定位装置拆卸告警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低电量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选中后只显示该类型的告警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电子围栏超出告警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标题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电子围栏超出告警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内容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xxx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货物在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2019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月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越过了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xxx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围栏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跳转到对应货物详情页面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定位装置拆卸警告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标题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定位装置拆卸警告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内容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xxx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货物在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2019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月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分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被拆卸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跳转到对应定位标签详情页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告警通知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有新的的告警会在全应用范围内提醒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出现右上角浮窗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显示标题和内容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点击能触发已读状态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并跳到跳到对应页面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9391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F2E513D-85D0-294F-9AA9-3D879A689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927" y="878160"/>
            <a:ext cx="5740248" cy="302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9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971745558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管理后台页面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3.10.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系统管理页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468320"/>
              </p:ext>
            </p:extLst>
          </p:nvPr>
        </p:nvGraphicFramePr>
        <p:xfrm>
          <a:off x="1174766" y="4297619"/>
          <a:ext cx="8351490" cy="1942010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setting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修改密码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9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9391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76815FB-ACBF-564F-8B90-0C03B9FCC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377" y="851367"/>
            <a:ext cx="6167595" cy="328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6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981569647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973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大屏展示页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共</a:t>
                      </a: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个页面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4.1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管理员账号登录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4.2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包含了园区</a:t>
                      </a: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3D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地图展示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园区货物实时位置展示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告警提醒和实时数据统计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数据统计会根据业务需求添加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客户最好能提供希望看到的统计数据类型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0AE171C-8D31-4D79-A2DA-4E994DE4B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31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E33DF05A-E442-734D-B29F-24162A1AC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860" y="2451462"/>
            <a:ext cx="6731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689573914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973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大屏展示页</a:t>
                      </a:r>
                      <a:endParaRPr lang="zh-CN" altLang="en-US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4.1.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管理员账号登录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32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7E498-E23A-3B46-9BB5-49C59C373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234" y="848416"/>
            <a:ext cx="5765075" cy="3054177"/>
          </a:xfrm>
          <a:prstGeom prst="rect">
            <a:avLst/>
          </a:prstGeom>
        </p:spPr>
      </p:pic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958870"/>
              </p:ext>
            </p:extLst>
          </p:nvPr>
        </p:nvGraphicFramePr>
        <p:xfrm>
          <a:off x="1271482" y="3992403"/>
          <a:ext cx="8351490" cy="2816715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4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/login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369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账号输入框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账号由我们提供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在数据生成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不提供额外注册页面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不提供忘记密码处理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最多输入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个字符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超出无法再输入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错误提醒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未填写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请输入帐号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包含除了数字字母下划线外字符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请输入有效字符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键盘输入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密码输入框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最多输入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个字符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超出无法再输入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错误提醒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未填写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请输入密码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键盘输入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验证码输入框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最多输入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个字符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,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超出无法再输入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错误提醒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未填写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请输入验证码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；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包含除了数字字母外字符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请输入有效字符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键盘输入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验证码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刷新按钮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验证码如左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图效果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按刷新按钮刷新验证码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登录按钮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错误提醒如左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图效果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验证码错误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请输入正确验证码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“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；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账号密码错误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：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请输入正确账号或密码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”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点击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93918"/>
                  </a:ext>
                </a:extLst>
              </a:tr>
              <a:tr h="2714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登录成功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登录成功后跳转到总览页面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/dashboard</a:t>
                      </a:r>
                      <a:endParaRPr kumimoji="0" lang="en-US" altLang="ja-JP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自动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83888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9F2A934-3CF0-4544-AC30-436528631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998" y="1382526"/>
            <a:ext cx="2758734" cy="1393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B307AD-6954-0A4F-A5A1-1A4627900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589" y="2976200"/>
            <a:ext cx="1228271" cy="77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059706391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973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大屏展示页</a:t>
                      </a:r>
                      <a:endParaRPr lang="zh-CN" altLang="en-US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4.2.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主页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园区</a:t>
                      </a:r>
                      <a:r>
                        <a:rPr lang="en-US" alt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3D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地图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lang="en-US" alt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aseline="0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提问：</a:t>
                      </a:r>
                      <a:endParaRPr lang="en-US" altLang="zh-CN" sz="1200" baseline="0" dirty="0">
                        <a:solidFill>
                          <a:srgbClr val="FF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 baseline="0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、标签数量</a:t>
                      </a:r>
                      <a:endParaRPr lang="en-US" altLang="zh-CN" sz="1200" baseline="0" dirty="0">
                        <a:solidFill>
                          <a:srgbClr val="FF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en-US" altLang="zh-CN" sz="1200" baseline="0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 baseline="0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、各电子围栏显示按钮电子围栏</a:t>
                      </a:r>
                      <a:endParaRPr lang="en-US" altLang="zh-CN" sz="1200" baseline="0" dirty="0">
                        <a:solidFill>
                          <a:srgbClr val="FF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zh-CN" sz="1200" baseline="0" dirty="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33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8" name="Group 753">
            <a:extLst>
              <a:ext uri="{FF2B5EF4-FFF2-40B4-BE49-F238E27FC236}">
                <a16:creationId xmlns:a16="http://schemas.microsoft.com/office/drawing/2014/main" id="{D6D3A242-5597-664E-912B-71C7DBFFE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309768"/>
              </p:ext>
            </p:extLst>
          </p:nvPr>
        </p:nvGraphicFramePr>
        <p:xfrm>
          <a:off x="1271481" y="1306955"/>
          <a:ext cx="8351490" cy="1657634"/>
        </p:xfrm>
        <a:graphic>
          <a:graphicData uri="http://schemas.openxmlformats.org/drawingml/2006/table">
            <a:tbl>
              <a:tblPr/>
              <a:tblGrid>
                <a:gridCol w="30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3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2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4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画面组件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功能描述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动作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页面地址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/dashboard</a:t>
                      </a: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输入</a:t>
                      </a:r>
                      <a:r>
                        <a:rPr kumimoji="0" lang="en-US" altLang="ja-JP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URL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地址栏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538620"/>
                  </a:ext>
                </a:extLst>
              </a:tr>
              <a:tr h="2539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3D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地图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整个园区的室内外模型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能进行缩放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平移等操作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9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货物位置展示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（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2D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地图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）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功能与管理端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3.2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实时地图类似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304619"/>
                  </a:ext>
                </a:extLst>
              </a:tr>
              <a:tr h="2539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告警系统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功能与管理端告警功能类似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640868"/>
                  </a:ext>
                </a:extLst>
              </a:tr>
              <a:tr h="2539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数据统计</a:t>
                      </a: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实时统计数据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每分钟自动刷新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包括园区货物数量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今天新增货物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新增绑定货物</a:t>
                      </a:r>
                      <a:r>
                        <a:rPr kumimoji="0" lang="zh-CN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出货数量</a:t>
                      </a:r>
                      <a:endParaRPr kumimoji="0" lang="en-US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90000" marR="90000" marT="46800" marB="468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3262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1584382946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问题</a:t>
                      </a:r>
                      <a:endParaRPr lang="zh-CN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需要确认的问题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通用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货物字段确认</a:t>
                      </a:r>
                      <a:endParaRPr lang="en-US" altLang="ja-JP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ja-JP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微信小程序</a:t>
                      </a:r>
                      <a:endParaRPr lang="en-US" altLang="ja-JP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微信小程序专门用来做定位设备跟货物的绑定</a:t>
                      </a:r>
                      <a:r>
                        <a:rPr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解绑操作</a:t>
                      </a:r>
                      <a:endParaRPr lang="en-US" altLang="zh-CN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微信小程序的开发需要提供对应的微信小程序账号信息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需要客户自行准备</a:t>
                      </a:r>
                      <a:endParaRPr lang="en-US" altLang="ja-JP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indent="-228600">
                        <a:buAutoNum type="arabicPeriod"/>
                      </a:pPr>
                      <a:r>
                        <a:rPr kumimoji="1"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为了方便使用者</a:t>
                      </a:r>
                      <a:r>
                        <a:rPr kumimoji="1"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1"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省去登录注册的流程</a:t>
                      </a:r>
                      <a:r>
                        <a:rPr kumimoji="1"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1"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操作人员统一是通过微信账号进行授权登录</a:t>
                      </a:r>
                      <a:endParaRPr kumimoji="1" lang="en-US" altLang="zh-CN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1" lang="en-US" altLang="zh-CN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RFID</a:t>
                      </a:r>
                      <a:r>
                        <a:rPr kumimoji="1"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读取设备是否支持蓝牙连接</a:t>
                      </a:r>
                      <a:r>
                        <a:rPr kumimoji="1"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1"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如何工作</a:t>
                      </a:r>
                      <a:r>
                        <a:rPr kumimoji="1"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1"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请提供使用说明</a:t>
                      </a:r>
                      <a:endParaRPr kumimoji="1" lang="en-US" altLang="ja-JP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1"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是否需要用扫描二维码的方式读取货物</a:t>
                      </a:r>
                      <a:endParaRPr kumimoji="1" lang="en-US" altLang="ja-JP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1"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需要获取货物详细信息</a:t>
                      </a:r>
                      <a:r>
                        <a:rPr kumimoji="1"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1"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能否提供相关接口</a:t>
                      </a:r>
                      <a:endParaRPr kumimoji="1" lang="en-US" altLang="ja-JP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1" lang="en-US" altLang="ja-JP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管理端</a:t>
                      </a:r>
                      <a:endParaRPr kumimoji="1" lang="en-US" altLang="ja-JP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管理员账号统一生成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程序不提供注册功能</a:t>
                      </a:r>
                      <a:r>
                        <a:rPr lang="zh-CN" altLang="en-US" sz="12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需要提供几管理员账号</a:t>
                      </a:r>
                      <a:endParaRPr lang="en-US" altLang="ja-JP" sz="120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1"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目前的告警包括</a:t>
                      </a:r>
                      <a:r>
                        <a:rPr kumimoji="0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电子围栏超出告警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定位装置拆卸告警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0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低电量告警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kumimoji="0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是否有其他告警的需求</a:t>
                      </a:r>
                      <a:endParaRPr kumimoji="0" lang="en-US" altLang="ja-JP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0" lang="en-US" altLang="ja-JP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ja-JP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大屏展示页</a:t>
                      </a:r>
                      <a:endParaRPr kumimoji="1" lang="en-US" altLang="ja-JP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1" lang="ja-JP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大屏展示需要展示的数据</a:t>
                      </a:r>
                      <a:endParaRPr kumimoji="1" lang="en-US" altLang="ja-JP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kumimoji="1" lang="zh-CN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 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数据统计会根据业务需求添加</a:t>
                      </a:r>
                      <a:r>
                        <a:rPr lang="zh-CN" altLang="en-US" sz="1200" baseline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，</a:t>
                      </a:r>
                      <a:r>
                        <a:rPr lang="ja-JP" altLang="en-US" sz="1200" baseline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客户最好能提供希望看到的统计数据类型</a:t>
                      </a:r>
                      <a:endParaRPr lang="en-US" altLang="ja-JP" sz="1200" baseline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0AE171C-8D31-4D79-A2DA-4E994DE4B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34</a:t>
            </a:fld>
            <a:endParaRPr lang="en-CA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9210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14787</TotalTime>
  <Words>4058</Words>
  <Application>Microsoft Macintosh PowerPoint</Application>
  <PresentationFormat>宽屏</PresentationFormat>
  <Paragraphs>991</Paragraphs>
  <Slides>34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0" baseType="lpstr">
      <vt:lpstr>Microsoft YaHei</vt:lpstr>
      <vt:lpstr>Microsoft YaHei</vt:lpstr>
      <vt:lpstr>Arial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Wu Zheng</dc:creator>
  <cp:lastModifiedBy>杨 嵘</cp:lastModifiedBy>
  <cp:revision>325</cp:revision>
  <dcterms:created xsi:type="dcterms:W3CDTF">2019-06-27T06:41:54Z</dcterms:created>
  <dcterms:modified xsi:type="dcterms:W3CDTF">2019-10-21T10:36:47Z</dcterms:modified>
</cp:coreProperties>
</file>