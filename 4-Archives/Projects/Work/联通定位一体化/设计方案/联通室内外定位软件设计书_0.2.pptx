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1" r:id="rId2"/>
    <p:sldId id="256" r:id="rId3"/>
    <p:sldId id="257" r:id="rId4"/>
    <p:sldId id="258" r:id="rId5"/>
    <p:sldId id="259" r:id="rId6"/>
    <p:sldId id="268" r:id="rId7"/>
    <p:sldId id="267" r:id="rId8"/>
  </p:sldIdLst>
  <p:sldSz cx="12192000" cy="6858000"/>
  <p:notesSz cx="6858000" cy="9144000"/>
  <p:defaultTextStyle>
    <a:lvl1pPr marL="0" lvl="0" algn="l" defTabSz="914400">
      <a:defRPr sz="1800" kern="1200">
        <a:solidFill>
          <a:schemeClr val="tx1"/>
        </a:solidFill>
        <a:latin typeface="Arial"/>
        <a:ea typeface="微软雅黑"/>
      </a:defRPr>
    </a:lvl1pPr>
    <a:lvl2pPr marL="457200" lvl="1" algn="l" defTabSz="914400">
      <a:defRPr sz="1800" kern="1200">
        <a:solidFill>
          <a:schemeClr val="tx1"/>
        </a:solidFill>
        <a:latin typeface="Arial"/>
        <a:ea typeface="微软雅黑"/>
      </a:defRPr>
    </a:lvl2pPr>
    <a:lvl3pPr marL="914400" lvl="2" algn="l" defTabSz="914400">
      <a:defRPr sz="1800" kern="1200">
        <a:solidFill>
          <a:schemeClr val="tx1"/>
        </a:solidFill>
        <a:latin typeface="Arial"/>
        <a:ea typeface="微软雅黑"/>
      </a:defRPr>
    </a:lvl3pPr>
    <a:lvl4pPr marL="1371600" lvl="3" algn="l" defTabSz="914400">
      <a:defRPr sz="1800" kern="1200">
        <a:solidFill>
          <a:schemeClr val="tx1"/>
        </a:solidFill>
        <a:latin typeface="Arial"/>
        <a:ea typeface="微软雅黑"/>
      </a:defRPr>
    </a:lvl4pPr>
    <a:lvl5pPr marL="1828800" lvl="4" algn="l" defTabSz="914400">
      <a:defRPr sz="1800" kern="1200">
        <a:solidFill>
          <a:schemeClr val="tx1"/>
        </a:solidFill>
        <a:latin typeface="Arial"/>
        <a:ea typeface="微软雅黑"/>
      </a:defRPr>
    </a:lvl5pPr>
    <a:lvl6pPr marL="2286000" lvl="5" algn="l" defTabSz="914400">
      <a:defRPr sz="1800" kern="1200">
        <a:solidFill>
          <a:schemeClr val="tx1"/>
        </a:solidFill>
        <a:latin typeface="Arial"/>
        <a:ea typeface="微软雅黑"/>
      </a:defRPr>
    </a:lvl6pPr>
    <a:lvl7pPr marL="2743200" lvl="6" algn="l" defTabSz="914400">
      <a:defRPr sz="1800" kern="1200">
        <a:solidFill>
          <a:schemeClr val="tx1"/>
        </a:solidFill>
        <a:latin typeface="Arial"/>
        <a:ea typeface="微软雅黑"/>
      </a:defRPr>
    </a:lvl7pPr>
    <a:lvl8pPr marL="3200400" lvl="7" algn="l" defTabSz="914400">
      <a:defRPr sz="1800" kern="1200">
        <a:solidFill>
          <a:schemeClr val="tx1"/>
        </a:solidFill>
        <a:latin typeface="Arial"/>
        <a:ea typeface="微软雅黑"/>
      </a:defRPr>
    </a:lvl8pPr>
    <a:lvl9pPr marL="3657600" lvl="8" algn="l" defTabSz="914400">
      <a:defRPr sz="1800" kern="1200">
        <a:solidFill>
          <a:schemeClr val="tx1"/>
        </a:solidFill>
        <a:latin typeface="Arial"/>
        <a:ea typeface="微软雅黑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8"/>
    <p:restoredTop sz="94745"/>
  </p:normalViewPr>
  <p:slideViewPr>
    <p:cSldViewPr snapToGrid="0" snapToObjects="1">
      <p:cViewPr varScale="1">
        <p:scale>
          <a:sx n="215" d="100"/>
          <a:sy n="215" d="100"/>
        </p:scale>
        <p:origin x="1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Zheng" userId="7ffb0a34db43923c" providerId="LiveId" clId="{F632C11D-EA06-4321-AF2B-48065FDA6B74}"/>
    <pc:docChg chg="undo custSel addSld delSld modSld modMainMaster">
      <pc:chgData name="Wu Zheng" userId="7ffb0a34db43923c" providerId="LiveId" clId="{F632C11D-EA06-4321-AF2B-48065FDA6B74}" dt="2019-06-27T07:32:59.321" v="182"/>
      <pc:docMkLst>
        <pc:docMk/>
      </pc:docMkLst>
      <pc:sldChg chg="addSp delSp modSp">
        <pc:chgData name="Wu Zheng" userId="7ffb0a34db43923c" providerId="LiveId" clId="{F632C11D-EA06-4321-AF2B-48065FDA6B74}" dt="2019-06-27T07:32:59.321" v="182"/>
        <pc:sldMkLst>
          <pc:docMk/>
          <pc:sldMk cId="0" sldId="256"/>
        </pc:sldMkLst>
        <pc:spChg chg="add del mod">
          <ac:chgData name="Wu Zheng" userId="7ffb0a34db43923c" providerId="LiveId" clId="{F632C11D-EA06-4321-AF2B-48065FDA6B74}" dt="2019-06-27T07:29:58.535" v="145" actId="478"/>
          <ac:spMkLst>
            <pc:docMk/>
            <pc:sldMk cId="0" sldId="256"/>
            <ac:spMk id="6" creationId="{5229DD65-8E0B-4E13-ABCF-FEB76E97D955}"/>
          </ac:spMkLst>
        </pc:spChg>
        <pc:spChg chg="add del">
          <ac:chgData name="Wu Zheng" userId="7ffb0a34db43923c" providerId="LiveId" clId="{F632C11D-EA06-4321-AF2B-48065FDA6B74}" dt="2019-06-27T07:31:33.953" v="161" actId="478"/>
          <ac:spMkLst>
            <pc:docMk/>
            <pc:sldMk cId="0" sldId="256"/>
            <ac:spMk id="7" creationId="{7974A36E-4D84-4C36-8932-37F96990BC0E}"/>
          </ac:spMkLst>
        </pc:spChg>
        <pc:spChg chg="add del">
          <ac:chgData name="Wu Zheng" userId="7ffb0a34db43923c" providerId="LiveId" clId="{F632C11D-EA06-4321-AF2B-48065FDA6B74}" dt="2019-06-27T07:31:31.396" v="160"/>
          <ac:spMkLst>
            <pc:docMk/>
            <pc:sldMk cId="0" sldId="256"/>
            <ac:spMk id="8" creationId="{3392F751-79AE-4376-91E0-7CA88EE43E20}"/>
          </ac:spMkLst>
        </pc:spChg>
        <pc:spChg chg="add">
          <ac:chgData name="Wu Zheng" userId="7ffb0a34db43923c" providerId="LiveId" clId="{F632C11D-EA06-4321-AF2B-48065FDA6B74}" dt="2019-06-27T07:31:34.421" v="162"/>
          <ac:spMkLst>
            <pc:docMk/>
            <pc:sldMk cId="0" sldId="256"/>
            <ac:spMk id="9" creationId="{122C1958-6A15-4225-B114-88580E3570FE}"/>
          </ac:spMkLst>
        </pc:spChg>
        <pc:graphicFrameChg chg="mod modGraphic">
          <ac:chgData name="Wu Zheng" userId="7ffb0a34db43923c" providerId="LiveId" clId="{F632C11D-EA06-4321-AF2B-48065FDA6B74}" dt="2019-06-27T07:32:59.321" v="182"/>
          <ac:graphicFrameMkLst>
            <pc:docMk/>
            <pc:sldMk cId="0" sldId="256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6.027" v="180"/>
        <pc:sldMkLst>
          <pc:docMk/>
          <pc:sldMk cId="0" sldId="257"/>
        </pc:sldMkLst>
        <pc:spChg chg="add del">
          <ac:chgData name="Wu Zheng" userId="7ffb0a34db43923c" providerId="LiveId" clId="{F632C11D-EA06-4321-AF2B-48065FDA6B74}" dt="2019-06-27T07:31:38.510" v="163" actId="478"/>
          <ac:spMkLst>
            <pc:docMk/>
            <pc:sldMk cId="0" sldId="257"/>
            <ac:spMk id="6" creationId="{812EDDB0-F575-491A-ACE2-E8D3EC91697B}"/>
          </ac:spMkLst>
        </pc:spChg>
        <pc:spChg chg="add">
          <ac:chgData name="Wu Zheng" userId="7ffb0a34db43923c" providerId="LiveId" clId="{F632C11D-EA06-4321-AF2B-48065FDA6B74}" dt="2019-06-27T07:31:38.787" v="164"/>
          <ac:spMkLst>
            <pc:docMk/>
            <pc:sldMk cId="0" sldId="257"/>
            <ac:spMk id="7" creationId="{8169DAB7-1E43-4B1B-95D3-06073148279A}"/>
          </ac:spMkLst>
        </pc:spChg>
        <pc:graphicFrameChg chg="mod modGraphic">
          <ac:chgData name="Wu Zheng" userId="7ffb0a34db43923c" providerId="LiveId" clId="{F632C11D-EA06-4321-AF2B-48065FDA6B74}" dt="2019-06-27T07:32:56.027" v="180"/>
          <ac:graphicFrameMkLst>
            <pc:docMk/>
            <pc:sldMk cId="0" sldId="257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3.504" v="178"/>
        <pc:sldMkLst>
          <pc:docMk/>
          <pc:sldMk cId="0" sldId="258"/>
        </pc:sldMkLst>
        <pc:spChg chg="add del">
          <ac:chgData name="Wu Zheng" userId="7ffb0a34db43923c" providerId="LiveId" clId="{F632C11D-EA06-4321-AF2B-48065FDA6B74}" dt="2019-06-27T07:31:43.279" v="165" actId="478"/>
          <ac:spMkLst>
            <pc:docMk/>
            <pc:sldMk cId="0" sldId="258"/>
            <ac:spMk id="6" creationId="{0C7CC524-2862-4BBF-950C-05E83353C6CB}"/>
          </ac:spMkLst>
        </pc:spChg>
        <pc:spChg chg="add">
          <ac:chgData name="Wu Zheng" userId="7ffb0a34db43923c" providerId="LiveId" clId="{F632C11D-EA06-4321-AF2B-48065FDA6B74}" dt="2019-06-27T07:31:43.687" v="166"/>
          <ac:spMkLst>
            <pc:docMk/>
            <pc:sldMk cId="0" sldId="258"/>
            <ac:spMk id="7" creationId="{09C31074-B943-4FD2-A198-68F794671E6C}"/>
          </ac:spMkLst>
        </pc:spChg>
        <pc:graphicFrameChg chg="mod modGraphic">
          <ac:chgData name="Wu Zheng" userId="7ffb0a34db43923c" providerId="LiveId" clId="{F632C11D-EA06-4321-AF2B-48065FDA6B74}" dt="2019-06-27T07:32:53.504" v="178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48.299" v="168"/>
        <pc:sldMkLst>
          <pc:docMk/>
          <pc:sldMk cId="0" sldId="259"/>
        </pc:sldMkLst>
        <pc:spChg chg="add del">
          <ac:chgData name="Wu Zheng" userId="7ffb0a34db43923c" providerId="LiveId" clId="{F632C11D-EA06-4321-AF2B-48065FDA6B74}" dt="2019-06-27T07:31:48.075" v="167" actId="478"/>
          <ac:spMkLst>
            <pc:docMk/>
            <pc:sldMk cId="0" sldId="259"/>
            <ac:spMk id="6" creationId="{2FFFEC64-7A0B-4908-85DC-18757478A56E}"/>
          </ac:spMkLst>
        </pc:spChg>
        <pc:spChg chg="add">
          <ac:chgData name="Wu Zheng" userId="7ffb0a34db43923c" providerId="LiveId" clId="{F632C11D-EA06-4321-AF2B-48065FDA6B74}" dt="2019-06-27T07:31:48.299" v="168"/>
          <ac:spMkLst>
            <pc:docMk/>
            <pc:sldMk cId="0" sldId="259"/>
            <ac:spMk id="7" creationId="{B0AE171C-8D31-4D79-A2DA-4E994DE4B3D9}"/>
          </ac:spMkLst>
        </pc:spChg>
      </pc:sldChg>
      <pc:sldChg chg="addSp delSp">
        <pc:chgData name="Wu Zheng" userId="7ffb0a34db43923c" providerId="LiveId" clId="{F632C11D-EA06-4321-AF2B-48065FDA6B74}" dt="2019-06-27T07:31:53.054" v="170"/>
        <pc:sldMkLst>
          <pc:docMk/>
          <pc:sldMk cId="0" sldId="260"/>
        </pc:sldMkLst>
        <pc:spChg chg="add del">
          <ac:chgData name="Wu Zheng" userId="7ffb0a34db43923c" providerId="LiveId" clId="{F632C11D-EA06-4321-AF2B-48065FDA6B74}" dt="2019-06-27T07:31:52.852" v="169" actId="478"/>
          <ac:spMkLst>
            <pc:docMk/>
            <pc:sldMk cId="0" sldId="260"/>
            <ac:spMk id="6" creationId="{82A65B05-3CBC-4739-901C-F2EBA2C60F0E}"/>
          </ac:spMkLst>
        </pc:spChg>
        <pc:spChg chg="add">
          <ac:chgData name="Wu Zheng" userId="7ffb0a34db43923c" providerId="LiveId" clId="{F632C11D-EA06-4321-AF2B-48065FDA6B74}" dt="2019-06-27T07:31:53.054" v="170"/>
          <ac:spMkLst>
            <pc:docMk/>
            <pc:sldMk cId="0" sldId="260"/>
            <ac:spMk id="7" creationId="{725E86A2-C8CA-4EA8-A995-830E75CC31B6}"/>
          </ac:spMkLst>
        </pc:spChg>
      </pc:sldChg>
      <pc:sldChg chg="addSp delSp modSp">
        <pc:chgData name="Wu Zheng" userId="7ffb0a34db43923c" providerId="LiveId" clId="{F632C11D-EA06-4321-AF2B-48065FDA6B74}" dt="2019-06-27T07:29:53.940" v="144"/>
        <pc:sldMkLst>
          <pc:docMk/>
          <pc:sldMk cId="4169854460" sldId="261"/>
        </pc:sldMkLst>
        <pc:spChg chg="add del mod">
          <ac:chgData name="Wu Zheng" userId="7ffb0a34db43923c" providerId="LiveId" clId="{F632C11D-EA06-4321-AF2B-48065FDA6B74}" dt="2019-06-27T07:29:53.940" v="144"/>
          <ac:spMkLst>
            <pc:docMk/>
            <pc:sldMk cId="4169854460" sldId="261"/>
            <ac:spMk id="7" creationId="{31AFDB71-9D9C-4AA2-8CD9-0C43CFB9EB94}"/>
          </ac:spMkLst>
        </pc:spChg>
        <pc:graphicFrameChg chg="add del">
          <ac:chgData name="Wu Zheng" userId="7ffb0a34db43923c" providerId="LiveId" clId="{F632C11D-EA06-4321-AF2B-48065FDA6B74}" dt="2019-06-27T07:27:11.641" v="121" actId="478"/>
          <ac:graphicFrameMkLst>
            <pc:docMk/>
            <pc:sldMk cId="4169854460" sldId="261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57.704" v="172"/>
        <pc:sldMkLst>
          <pc:docMk/>
          <pc:sldMk cId="2073567976" sldId="262"/>
        </pc:sldMkLst>
        <pc:spChg chg="add del">
          <ac:chgData name="Wu Zheng" userId="7ffb0a34db43923c" providerId="LiveId" clId="{F632C11D-EA06-4321-AF2B-48065FDA6B74}" dt="2019-06-27T07:31:57.537" v="171" actId="478"/>
          <ac:spMkLst>
            <pc:docMk/>
            <pc:sldMk cId="2073567976" sldId="262"/>
            <ac:spMk id="7" creationId="{E940C0AB-C096-47C2-A2A0-9BE4BDECE43E}"/>
          </ac:spMkLst>
        </pc:spChg>
        <pc:spChg chg="add">
          <ac:chgData name="Wu Zheng" userId="7ffb0a34db43923c" providerId="LiveId" clId="{F632C11D-EA06-4321-AF2B-48065FDA6B74}" dt="2019-06-27T07:31:57.704" v="172"/>
          <ac:spMkLst>
            <pc:docMk/>
            <pc:sldMk cId="2073567976" sldId="262"/>
            <ac:spMk id="10" creationId="{98EFBC36-3FE3-414D-8164-BEA04764DBBE}"/>
          </ac:spMkLst>
        </pc:spChg>
      </pc:sldChg>
      <pc:sldChg chg="modSp del">
        <pc:chgData name="Wu Zheng" userId="7ffb0a34db43923c" providerId="LiveId" clId="{F632C11D-EA06-4321-AF2B-48065FDA6B74}" dt="2019-06-27T07:27:40.087" v="123" actId="2696"/>
        <pc:sldMkLst>
          <pc:docMk/>
          <pc:sldMk cId="2290949962" sldId="263"/>
        </pc:sldMkLst>
        <pc:spChg chg="mod">
          <ac:chgData name="Wu Zheng" userId="7ffb0a34db43923c" providerId="LiveId" clId="{F632C11D-EA06-4321-AF2B-48065FDA6B74}" dt="2019-06-27T07:27:34.487" v="122" actId="1076"/>
          <ac:spMkLst>
            <pc:docMk/>
            <pc:sldMk cId="2290949962" sldId="263"/>
            <ac:spMk id="2" creationId="{E18C0B15-2957-4D09-B84B-058AB6F0FF21}"/>
          </ac:spMkLst>
        </pc:spChg>
      </pc:sldChg>
      <pc:sldChg chg="addSp delSp">
        <pc:chgData name="Wu Zheng" userId="7ffb0a34db43923c" providerId="LiveId" clId="{F632C11D-EA06-4321-AF2B-48065FDA6B74}" dt="2019-06-27T07:32:03.004" v="174"/>
        <pc:sldMkLst>
          <pc:docMk/>
          <pc:sldMk cId="3328971317" sldId="264"/>
        </pc:sldMkLst>
        <pc:spChg chg="add del">
          <ac:chgData name="Wu Zheng" userId="7ffb0a34db43923c" providerId="LiveId" clId="{F632C11D-EA06-4321-AF2B-48065FDA6B74}" dt="2019-06-27T07:32:02.811" v="173" actId="478"/>
          <ac:spMkLst>
            <pc:docMk/>
            <pc:sldMk cId="3328971317" sldId="264"/>
            <ac:spMk id="8" creationId="{5B002605-F420-48AD-B04C-1B8F3514DEE4}"/>
          </ac:spMkLst>
        </pc:spChg>
        <pc:spChg chg="add">
          <ac:chgData name="Wu Zheng" userId="7ffb0a34db43923c" providerId="LiveId" clId="{F632C11D-EA06-4321-AF2B-48065FDA6B74}" dt="2019-06-27T07:32:03.004" v="174"/>
          <ac:spMkLst>
            <pc:docMk/>
            <pc:sldMk cId="3328971317" sldId="264"/>
            <ac:spMk id="9" creationId="{CF3D1184-4336-4CC2-BAB9-6478AE6493FC}"/>
          </ac:spMkLst>
        </pc:spChg>
      </pc:sldChg>
      <pc:sldChg chg="addSp delSp modSp">
        <pc:chgData name="Wu Zheng" userId="7ffb0a34db43923c" providerId="LiveId" clId="{F632C11D-EA06-4321-AF2B-48065FDA6B74}" dt="2019-06-27T07:32:09.654" v="176"/>
        <pc:sldMkLst>
          <pc:docMk/>
          <pc:sldMk cId="524030731" sldId="265"/>
        </pc:sldMkLst>
        <pc:spChg chg="add del">
          <ac:chgData name="Wu Zheng" userId="7ffb0a34db43923c" providerId="LiveId" clId="{F632C11D-EA06-4321-AF2B-48065FDA6B74}" dt="2019-06-27T07:32:09.465" v="175" actId="478"/>
          <ac:spMkLst>
            <pc:docMk/>
            <pc:sldMk cId="524030731" sldId="265"/>
            <ac:spMk id="11" creationId="{274DBEEE-F14C-4395-8829-DB50C4EFDB53}"/>
          </ac:spMkLst>
        </pc:spChg>
        <pc:spChg chg="add">
          <ac:chgData name="Wu Zheng" userId="7ffb0a34db43923c" providerId="LiveId" clId="{F632C11D-EA06-4321-AF2B-48065FDA6B74}" dt="2019-06-27T07:32:09.654" v="176"/>
          <ac:spMkLst>
            <pc:docMk/>
            <pc:sldMk cId="524030731" sldId="265"/>
            <ac:spMk id="12" creationId="{DBCBFB44-013D-4327-9EF2-DCF994907AC4}"/>
          </ac:spMkLst>
        </pc:spChg>
        <pc:graphicFrameChg chg="mod modGraphic">
          <ac:chgData name="Wu Zheng" userId="7ffb0a34db43923c" providerId="LiveId" clId="{F632C11D-EA06-4321-AF2B-48065FDA6B74}" dt="2019-06-27T07:18:56.954" v="28" actId="20577"/>
          <ac:graphicFrameMkLst>
            <pc:docMk/>
            <pc:sldMk cId="524030731" sldId="265"/>
            <ac:graphicFrameMk id="2" creationId="{00000000-0000-0000-0000-000000000000}"/>
          </ac:graphicFrameMkLst>
        </pc:graphicFrameChg>
        <pc:graphicFrameChg chg="mod">
          <ac:chgData name="Wu Zheng" userId="7ffb0a34db43923c" providerId="LiveId" clId="{F632C11D-EA06-4321-AF2B-48065FDA6B74}" dt="2019-06-27T07:16:40.169" v="2" actId="1076"/>
          <ac:graphicFrameMkLst>
            <pc:docMk/>
            <pc:sldMk cId="524030731" sldId="265"/>
            <ac:graphicFrameMk id="10" creationId="{BEE1CE51-3354-234B-B899-B8795FC14EEA}"/>
          </ac:graphicFrameMkLst>
        </pc:graphicFrameChg>
      </pc:sldChg>
      <pc:sldChg chg="add del">
        <pc:chgData name="Wu Zheng" userId="7ffb0a34db43923c" providerId="LiveId" clId="{F632C11D-EA06-4321-AF2B-48065FDA6B74}" dt="2019-06-27T07:19:04.804" v="30" actId="2696"/>
        <pc:sldMkLst>
          <pc:docMk/>
          <pc:sldMk cId="1478064478" sldId="266"/>
        </pc:sldMkLst>
      </pc:sldChg>
      <pc:sldChg chg="addSp delSp modSp add">
        <pc:chgData name="Wu Zheng" userId="7ffb0a34db43923c" providerId="LiveId" clId="{F632C11D-EA06-4321-AF2B-48065FDA6B74}" dt="2019-06-27T07:31:14.687" v="158" actId="207"/>
        <pc:sldMkLst>
          <pc:docMk/>
          <pc:sldMk cId="1951725423" sldId="266"/>
        </pc:sldMkLst>
        <pc:spChg chg="add mod">
          <ac:chgData name="Wu Zheng" userId="7ffb0a34db43923c" providerId="LiveId" clId="{F632C11D-EA06-4321-AF2B-48065FDA6B74}" dt="2019-06-27T07:31:14.687" v="158" actId="207"/>
          <ac:spMkLst>
            <pc:docMk/>
            <pc:sldMk cId="1951725423" sldId="266"/>
            <ac:spMk id="11" creationId="{7C8CB0E6-90DC-4E9E-A97A-43A55B4B393F}"/>
          </ac:spMkLst>
        </pc:spChg>
        <pc:graphicFrameChg chg="mod modGraphic">
          <ac:chgData name="Wu Zheng" userId="7ffb0a34db43923c" providerId="LiveId" clId="{F632C11D-EA06-4321-AF2B-48065FDA6B74}" dt="2019-06-27T07:22:08.604" v="104" actId="20577"/>
          <ac:graphicFrameMkLst>
            <pc:docMk/>
            <pc:sldMk cId="1951725423" sldId="266"/>
            <ac:graphicFrameMk id="2" creationId="{00000000-0000-0000-0000-000000000000}"/>
          </ac:graphicFrameMkLst>
        </pc:graphicFrameChg>
        <pc:graphicFrameChg chg="add mod">
          <ac:chgData name="Wu Zheng" userId="7ffb0a34db43923c" providerId="LiveId" clId="{F632C11D-EA06-4321-AF2B-48065FDA6B74}" dt="2019-06-27T07:20:46.470" v="51"/>
          <ac:graphicFrameMkLst>
            <pc:docMk/>
            <pc:sldMk cId="1951725423" sldId="266"/>
            <ac:graphicFrameMk id="5" creationId="{74F49597-2072-4865-B6F7-12A50877D05A}"/>
          </ac:graphicFrameMkLst>
        </pc:graphicFrameChg>
        <pc:graphicFrameChg chg="add mod">
          <ac:chgData name="Wu Zheng" userId="7ffb0a34db43923c" providerId="LiveId" clId="{F632C11D-EA06-4321-AF2B-48065FDA6B74}" dt="2019-06-27T07:21:53.203" v="76"/>
          <ac:graphicFrameMkLst>
            <pc:docMk/>
            <pc:sldMk cId="1951725423" sldId="266"/>
            <ac:graphicFrameMk id="6" creationId="{32F82795-1A32-443C-BF99-7942892A224E}"/>
          </ac:graphicFrameMkLst>
        </pc:graphicFrameChg>
        <pc:graphicFrameChg chg="add mod">
          <ac:chgData name="Wu Zheng" userId="7ffb0a34db43923c" providerId="LiveId" clId="{F632C11D-EA06-4321-AF2B-48065FDA6B74}" dt="2019-06-27T07:22:32.571" v="108"/>
          <ac:graphicFrameMkLst>
            <pc:docMk/>
            <pc:sldMk cId="1951725423" sldId="266"/>
            <ac:graphicFrameMk id="7" creationId="{F5BB72A9-CF13-49A3-8D60-E0C99BC1CC48}"/>
          </ac:graphicFrameMkLst>
        </pc:graphicFrameChg>
        <pc:graphicFrameChg chg="del">
          <ac:chgData name="Wu Zheng" userId="7ffb0a34db43923c" providerId="LiveId" clId="{F632C11D-EA06-4321-AF2B-48065FDA6B74}" dt="2019-06-27T07:19:24.854" v="33"/>
          <ac:graphicFrameMkLst>
            <pc:docMk/>
            <pc:sldMk cId="1951725423" sldId="266"/>
            <ac:graphicFrameMk id="8" creationId="{241B430B-CB84-B044-8AE6-2C6987028024}"/>
          </ac:graphicFrameMkLst>
        </pc:graphicFrameChg>
        <pc:graphicFrameChg chg="del">
          <ac:chgData name="Wu Zheng" userId="7ffb0a34db43923c" providerId="LiveId" clId="{F632C11D-EA06-4321-AF2B-48065FDA6B74}" dt="2019-06-27T07:19:30.271" v="34"/>
          <ac:graphicFrameMkLst>
            <pc:docMk/>
            <pc:sldMk cId="1951725423" sldId="266"/>
            <ac:graphicFrameMk id="9" creationId="{224092C8-C652-C34C-9722-5D2D36E8A35B}"/>
          </ac:graphicFrameMkLst>
        </pc:graphicFrameChg>
        <pc:graphicFrameChg chg="del">
          <ac:chgData name="Wu Zheng" userId="7ffb0a34db43923c" providerId="LiveId" clId="{F632C11D-EA06-4321-AF2B-48065FDA6B74}" dt="2019-06-27T07:19:33.621" v="35"/>
          <ac:graphicFrameMkLst>
            <pc:docMk/>
            <pc:sldMk cId="1951725423" sldId="266"/>
            <ac:graphicFrameMk id="10" creationId="{BEE1CE51-3354-234B-B899-B8795FC14EEA}"/>
          </ac:graphicFrameMkLst>
        </pc:graphicFrameChg>
      </pc:sldChg>
      <pc:sldMasterChg chg="delSldLayout modSldLayout">
        <pc:chgData name="Wu Zheng" userId="7ffb0a34db43923c" providerId="LiveId" clId="{F632C11D-EA06-4321-AF2B-48065FDA6B74}" dt="2019-06-27T07:27:40.137" v="124" actId="2696"/>
        <pc:sldMasterMkLst>
          <pc:docMk/>
          <pc:sldMasterMk cId="0" sldId="2147483648"/>
        </pc:sldMasterMkLst>
        <pc:sldLayoutChg chg="addSp">
          <pc:chgData name="Wu Zheng" userId="7ffb0a34db43923c" providerId="LiveId" clId="{F632C11D-EA06-4321-AF2B-48065FDA6B74}" dt="2019-06-27T07:26:25.354" v="109"/>
          <pc:sldLayoutMkLst>
            <pc:docMk/>
            <pc:sldMasterMk cId="0" sldId="2147483648"/>
            <pc:sldLayoutMk cId="0" sldId="2147483649"/>
          </pc:sldLayoutMkLst>
          <pc:spChg chg="add">
            <ac:chgData name="Wu Zheng" userId="7ffb0a34db43923c" providerId="LiveId" clId="{F632C11D-EA06-4321-AF2B-48065FDA6B74}" dt="2019-06-27T07:26:25.354" v="109"/>
            <ac:spMkLst>
              <pc:docMk/>
              <pc:sldMasterMk cId="0" sldId="2147483648"/>
              <pc:sldLayoutMk cId="0" sldId="2147483649"/>
              <ac:spMk id="4" creationId="{C2343E99-1A21-4846-A2F2-CAD2EC5199F1}"/>
            </ac:spMkLst>
          </pc:spChg>
        </pc:sldLayoutChg>
        <pc:sldLayoutChg chg="addSp del">
          <pc:chgData name="Wu Zheng" userId="7ffb0a34db43923c" providerId="LiveId" clId="{F632C11D-EA06-4321-AF2B-48065FDA6B74}" dt="2019-06-27T07:27:40.137" v="124" actId="2696"/>
          <pc:sldLayoutMkLst>
            <pc:docMk/>
            <pc:sldMasterMk cId="0" sldId="2147483648"/>
            <pc:sldLayoutMk cId="0" sldId="2147483651"/>
          </pc:sldLayoutMkLst>
          <pc:spChg chg="add">
            <ac:chgData name="Wu Zheng" userId="7ffb0a34db43923c" providerId="LiveId" clId="{F632C11D-EA06-4321-AF2B-48065FDA6B74}" dt="2019-06-27T07:26:27.788" v="110"/>
            <ac:spMkLst>
              <pc:docMk/>
              <pc:sldMasterMk cId="0" sldId="2147483648"/>
              <pc:sldLayoutMk cId="0" sldId="2147483651"/>
              <ac:spMk id="2" creationId="{5B40EBA2-8AC6-4B54-902E-29EC7C528897}"/>
            </ac:spMkLst>
          </pc:spChg>
        </pc:sldLayoutChg>
        <pc:sldLayoutChg chg="addSp">
          <pc:chgData name="Wu Zheng" userId="7ffb0a34db43923c" providerId="LiveId" clId="{F632C11D-EA06-4321-AF2B-48065FDA6B74}" dt="2019-06-27T07:26:29.020" v="111"/>
          <pc:sldLayoutMkLst>
            <pc:docMk/>
            <pc:sldMasterMk cId="0" sldId="2147483648"/>
            <pc:sldLayoutMk cId="0" sldId="2147483652"/>
          </pc:sldLayoutMkLst>
          <pc:spChg chg="add">
            <ac:chgData name="Wu Zheng" userId="7ffb0a34db43923c" providerId="LiveId" clId="{F632C11D-EA06-4321-AF2B-48065FDA6B74}" dt="2019-06-27T07:26:29.020" v="111"/>
            <ac:spMkLst>
              <pc:docMk/>
              <pc:sldMasterMk cId="0" sldId="2147483648"/>
              <pc:sldLayoutMk cId="0" sldId="2147483652"/>
              <ac:spMk id="4" creationId="{505310A7-1A2C-4100-8DEF-ED39AA04B988}"/>
            </ac:spMkLst>
          </pc:spChg>
        </pc:sldLayoutChg>
        <pc:sldLayoutChg chg="addSp">
          <pc:chgData name="Wu Zheng" userId="7ffb0a34db43923c" providerId="LiveId" clId="{F632C11D-EA06-4321-AF2B-48065FDA6B74}" dt="2019-06-27T07:26:29.787" v="112"/>
          <pc:sldLayoutMkLst>
            <pc:docMk/>
            <pc:sldMasterMk cId="0" sldId="2147483648"/>
            <pc:sldLayoutMk cId="0" sldId="2147483653"/>
          </pc:sldLayoutMkLst>
          <pc:spChg chg="add">
            <ac:chgData name="Wu Zheng" userId="7ffb0a34db43923c" providerId="LiveId" clId="{F632C11D-EA06-4321-AF2B-48065FDA6B74}" dt="2019-06-27T07:26:29.787" v="112"/>
            <ac:spMkLst>
              <pc:docMk/>
              <pc:sldMasterMk cId="0" sldId="2147483648"/>
              <pc:sldLayoutMk cId="0" sldId="2147483653"/>
              <ac:spMk id="5" creationId="{FDE09B5D-DD09-4AD5-9FB5-1890623C8D19}"/>
            </ac:spMkLst>
          </pc:spChg>
        </pc:sldLayoutChg>
        <pc:sldLayoutChg chg="addSp">
          <pc:chgData name="Wu Zheng" userId="7ffb0a34db43923c" providerId="LiveId" clId="{F632C11D-EA06-4321-AF2B-48065FDA6B74}" dt="2019-06-27T07:26:30.654" v="113"/>
          <pc:sldLayoutMkLst>
            <pc:docMk/>
            <pc:sldMasterMk cId="0" sldId="2147483648"/>
            <pc:sldLayoutMk cId="0" sldId="2147483654"/>
          </pc:sldLayoutMkLst>
          <pc:spChg chg="add">
            <ac:chgData name="Wu Zheng" userId="7ffb0a34db43923c" providerId="LiveId" clId="{F632C11D-EA06-4321-AF2B-48065FDA6B74}" dt="2019-06-27T07:26:30.654" v="113"/>
            <ac:spMkLst>
              <pc:docMk/>
              <pc:sldMasterMk cId="0" sldId="2147483648"/>
              <pc:sldLayoutMk cId="0" sldId="2147483654"/>
              <ac:spMk id="7" creationId="{7179046B-952E-4223-8FAD-59C782721BA8}"/>
            </ac:spMkLst>
          </pc:spChg>
        </pc:sldLayoutChg>
        <pc:sldLayoutChg chg="addSp">
          <pc:chgData name="Wu Zheng" userId="7ffb0a34db43923c" providerId="LiveId" clId="{F632C11D-EA06-4321-AF2B-48065FDA6B74}" dt="2019-06-27T07:26:32.009" v="114"/>
          <pc:sldLayoutMkLst>
            <pc:docMk/>
            <pc:sldMasterMk cId="0" sldId="2147483648"/>
            <pc:sldLayoutMk cId="0" sldId="2147483655"/>
          </pc:sldLayoutMkLst>
          <pc:spChg chg="add">
            <ac:chgData name="Wu Zheng" userId="7ffb0a34db43923c" providerId="LiveId" clId="{F632C11D-EA06-4321-AF2B-48065FDA6B74}" dt="2019-06-27T07:26:32.009" v="114"/>
            <ac:spMkLst>
              <pc:docMk/>
              <pc:sldMasterMk cId="0" sldId="2147483648"/>
              <pc:sldLayoutMk cId="0" sldId="2147483655"/>
              <ac:spMk id="5" creationId="{FCBAEE70-DB9E-459D-B74D-1804391BD48E}"/>
            </ac:spMkLst>
          </pc:spChg>
        </pc:sldLayoutChg>
        <pc:sldLayoutChg chg="addSp">
          <pc:chgData name="Wu Zheng" userId="7ffb0a34db43923c" providerId="LiveId" clId="{F632C11D-EA06-4321-AF2B-48065FDA6B74}" dt="2019-06-27T07:26:32.937" v="115"/>
          <pc:sldLayoutMkLst>
            <pc:docMk/>
            <pc:sldMasterMk cId="0" sldId="2147483648"/>
            <pc:sldLayoutMk cId="0" sldId="2147483656"/>
          </pc:sldLayoutMkLst>
          <pc:spChg chg="add">
            <ac:chgData name="Wu Zheng" userId="7ffb0a34db43923c" providerId="LiveId" clId="{F632C11D-EA06-4321-AF2B-48065FDA6B74}" dt="2019-06-27T07:26:32.937" v="115"/>
            <ac:spMkLst>
              <pc:docMk/>
              <pc:sldMasterMk cId="0" sldId="2147483648"/>
              <pc:sldLayoutMk cId="0" sldId="2147483656"/>
              <ac:spMk id="5" creationId="{6A04F8DA-85CD-463D-94A0-D44D01450435}"/>
            </ac:spMkLst>
          </pc:spChg>
        </pc:sldLayoutChg>
        <pc:sldLayoutChg chg="addSp">
          <pc:chgData name="Wu Zheng" userId="7ffb0a34db43923c" providerId="LiveId" clId="{F632C11D-EA06-4321-AF2B-48065FDA6B74}" dt="2019-06-27T07:26:33.787" v="116"/>
          <pc:sldLayoutMkLst>
            <pc:docMk/>
            <pc:sldMasterMk cId="0" sldId="2147483648"/>
            <pc:sldLayoutMk cId="0" sldId="2147483657"/>
          </pc:sldLayoutMkLst>
          <pc:spChg chg="add">
            <ac:chgData name="Wu Zheng" userId="7ffb0a34db43923c" providerId="LiveId" clId="{F632C11D-EA06-4321-AF2B-48065FDA6B74}" dt="2019-06-27T07:26:33.787" v="116"/>
            <ac:spMkLst>
              <pc:docMk/>
              <pc:sldMasterMk cId="0" sldId="2147483648"/>
              <pc:sldLayoutMk cId="0" sldId="2147483657"/>
              <ac:spMk id="6" creationId="{206D1163-BFA5-4294-86E7-0D578D9BC241}"/>
            </ac:spMkLst>
          </pc:spChg>
        </pc:sldLayoutChg>
        <pc:sldLayoutChg chg="addSp">
          <pc:chgData name="Wu Zheng" userId="7ffb0a34db43923c" providerId="LiveId" clId="{F632C11D-EA06-4321-AF2B-48065FDA6B74}" dt="2019-06-27T07:26:34.671" v="117"/>
          <pc:sldLayoutMkLst>
            <pc:docMk/>
            <pc:sldMasterMk cId="0" sldId="2147483648"/>
            <pc:sldLayoutMk cId="0" sldId="2147483658"/>
          </pc:sldLayoutMkLst>
          <pc:spChg chg="add">
            <ac:chgData name="Wu Zheng" userId="7ffb0a34db43923c" providerId="LiveId" clId="{F632C11D-EA06-4321-AF2B-48065FDA6B74}" dt="2019-06-27T07:26:34.671" v="117"/>
            <ac:spMkLst>
              <pc:docMk/>
              <pc:sldMasterMk cId="0" sldId="2147483648"/>
              <pc:sldLayoutMk cId="0" sldId="2147483658"/>
              <ac:spMk id="6" creationId="{24CBAEE3-B67E-4E59-AB32-CD698C85B93D}"/>
            </ac:spMkLst>
          </pc:spChg>
        </pc:sldLayoutChg>
        <pc:sldLayoutChg chg="addSp">
          <pc:chgData name="Wu Zheng" userId="7ffb0a34db43923c" providerId="LiveId" clId="{F632C11D-EA06-4321-AF2B-48065FDA6B74}" dt="2019-06-27T07:26:35.269" v="118"/>
          <pc:sldLayoutMkLst>
            <pc:docMk/>
            <pc:sldMasterMk cId="0" sldId="2147483648"/>
            <pc:sldLayoutMk cId="0" sldId="2147483659"/>
          </pc:sldLayoutMkLst>
          <pc:spChg chg="add">
            <ac:chgData name="Wu Zheng" userId="7ffb0a34db43923c" providerId="LiveId" clId="{F632C11D-EA06-4321-AF2B-48065FDA6B74}" dt="2019-06-27T07:26:35.269" v="118"/>
            <ac:spMkLst>
              <pc:docMk/>
              <pc:sldMasterMk cId="0" sldId="2147483648"/>
              <pc:sldLayoutMk cId="0" sldId="2147483659"/>
              <ac:spMk id="6" creationId="{3E858FBD-2229-4F8C-A36F-195F0FEBF363}"/>
            </ac:spMkLst>
          </pc:spChg>
        </pc:sldLayoutChg>
        <pc:sldLayoutChg chg="addSp">
          <pc:chgData name="Wu Zheng" userId="7ffb0a34db43923c" providerId="LiveId" clId="{F632C11D-EA06-4321-AF2B-48065FDA6B74}" dt="2019-06-27T07:26:36.020" v="119"/>
          <pc:sldLayoutMkLst>
            <pc:docMk/>
            <pc:sldMasterMk cId="0" sldId="2147483648"/>
            <pc:sldLayoutMk cId="0" sldId="2147483660"/>
          </pc:sldLayoutMkLst>
          <pc:spChg chg="add">
            <ac:chgData name="Wu Zheng" userId="7ffb0a34db43923c" providerId="LiveId" clId="{F632C11D-EA06-4321-AF2B-48065FDA6B74}" dt="2019-06-27T07:26:36.020" v="119"/>
            <ac:spMkLst>
              <pc:docMk/>
              <pc:sldMasterMk cId="0" sldId="2147483648"/>
              <pc:sldLayoutMk cId="0" sldId="2147483660"/>
              <ac:spMk id="11" creationId="{7D6FA198-0CE7-4A68-A098-F47CC702A84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75E75F-6FDC-214C-8DBB-75D90FEFE7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64EF6-1804-F64A-936E-B7C2097DE6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69536-5AB7-984B-A64F-6D46C9ADDEB5}" type="datetimeFigureOut">
              <a:rPr lang="en-US" smtClean="0"/>
              <a:t>7/3/19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5094E-BFD5-F640-8564-965487721E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8E093-4E36-F846-9995-A16E164E4E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09E06-A19D-6046-81C9-35A89CB59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95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525C2-5681-6440-9E40-2FED502B9772}" type="datetimeFigureOut">
              <a:rPr lang="en-US" smtClean="0"/>
              <a:t>7/3/19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E167E-5E6D-EF43-BF7D-2841E7995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547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47023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990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43E99-1A21-4846-A2F2-CAD2EC519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471199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350924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310A7-1A2C-4100-8DEF-ED39AA04B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E09B5D-DD09-4AD5-9FB5-1890623C8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对比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179046B-952E-4223-8FAD-59C782721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723106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723106"/>
            <a:ext cx="6172200" cy="5411787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3306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BAEE70-DB9E-459D-B74D-1804391BD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727074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727075"/>
            <a:ext cx="6172200" cy="5403850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7274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04F8DA-85CD-463D-94A0-D44D01450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表格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9788" y="727074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5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7274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idx="10"/>
          </p:nvPr>
        </p:nvSpPr>
        <p:spPr>
          <a:xfrm>
            <a:off x="5172891" y="719137"/>
            <a:ext cx="6179322" cy="5419726"/>
          </a:xfrm>
        </p:spPr>
        <p:txBody>
          <a:bodyPr/>
          <a:lstStyle/>
          <a:p>
            <a:endParaRPr lang="zh-C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6D1163-BFA5-4294-86E7-0D578D9BC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三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446104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idx="10"/>
          </p:nvPr>
        </p:nvSpPr>
        <p:spPr>
          <a:xfrm>
            <a:off x="8054009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CBAEE3-B67E-4E59-AB32-CD698C85B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0"/>
          </p:nvPr>
        </p:nvSpPr>
        <p:spPr>
          <a:xfrm>
            <a:off x="838200" y="1690688"/>
            <a:ext cx="10515600" cy="2172811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idx="11"/>
          </p:nvPr>
        </p:nvSpPr>
        <p:spPr>
          <a:xfrm>
            <a:off x="838200" y="3863500"/>
            <a:ext cx="10515600" cy="2241232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858FBD-2229-4F8C-A36F-195F0FEBF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多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0"/>
          </p:nvPr>
        </p:nvSpPr>
        <p:spPr>
          <a:xfrm>
            <a:off x="838200" y="1690689"/>
            <a:ext cx="5257800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8" name="图片占位符 6"/>
          <p:cNvSpPr>
            <a:spLocks noGrp="1"/>
          </p:cNvSpPr>
          <p:nvPr>
            <p:ph type="pic" idx="11"/>
          </p:nvPr>
        </p:nvSpPr>
        <p:spPr>
          <a:xfrm>
            <a:off x="6096001" y="1690689"/>
            <a:ext cx="5257802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9" name="图片占位符 6"/>
          <p:cNvSpPr>
            <a:spLocks noGrp="1"/>
          </p:cNvSpPr>
          <p:nvPr>
            <p:ph type="pic" idx="12"/>
          </p:nvPr>
        </p:nvSpPr>
        <p:spPr>
          <a:xfrm>
            <a:off x="838200" y="4029575"/>
            <a:ext cx="5257800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10" name="图片占位符 6"/>
          <p:cNvSpPr>
            <a:spLocks noGrp="1"/>
          </p:cNvSpPr>
          <p:nvPr>
            <p:ph type="pic" idx="13"/>
          </p:nvPr>
        </p:nvSpPr>
        <p:spPr>
          <a:xfrm>
            <a:off x="6096001" y="4029575"/>
            <a:ext cx="5257802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6FA198-0CE7-4A68-A098-F47CC702A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22292-FB0C-4E54-9E7D-E6DB5E2AA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Arial"/>
          <a:ea typeface="微软雅黑"/>
        </a:defRPr>
      </a:lvl1pPr>
      <a:lvl2pPr marL="457200" lvl="1" algn="l" defTabSz="914400">
        <a:defRPr sz="1800" kern="1200">
          <a:solidFill>
            <a:schemeClr val="tx1"/>
          </a:solidFill>
          <a:latin typeface="Arial"/>
          <a:ea typeface="微软雅黑"/>
        </a:defRPr>
      </a:lvl2pPr>
      <a:lvl3pPr marL="914400" lvl="2" algn="l" defTabSz="914400">
        <a:defRPr sz="1800" kern="1200">
          <a:solidFill>
            <a:schemeClr val="tx1"/>
          </a:solidFill>
          <a:latin typeface="Arial"/>
          <a:ea typeface="微软雅黑"/>
        </a:defRPr>
      </a:lvl3pPr>
      <a:lvl4pPr marL="1371600" lvl="3" algn="l" defTabSz="914400">
        <a:defRPr sz="1800" kern="1200">
          <a:solidFill>
            <a:schemeClr val="tx1"/>
          </a:solidFill>
          <a:latin typeface="Arial"/>
          <a:ea typeface="微软雅黑"/>
        </a:defRPr>
      </a:lvl4pPr>
      <a:lvl5pPr marL="1828800" lvl="4" algn="l" defTabSz="914400">
        <a:defRPr sz="1800" kern="1200">
          <a:solidFill>
            <a:schemeClr val="tx1"/>
          </a:solidFill>
          <a:latin typeface="Arial"/>
          <a:ea typeface="微软雅黑"/>
        </a:defRPr>
      </a:lvl5pPr>
      <a:lvl6pPr marL="2286000" lvl="5" algn="l" defTabSz="914400">
        <a:defRPr sz="1800" kern="1200">
          <a:solidFill>
            <a:schemeClr val="tx1"/>
          </a:solidFill>
          <a:latin typeface="Arial"/>
          <a:ea typeface="微软雅黑"/>
        </a:defRPr>
      </a:lvl6pPr>
      <a:lvl7pPr marL="2743200" lvl="6" algn="l" defTabSz="914400">
        <a:defRPr sz="1800" kern="1200">
          <a:solidFill>
            <a:schemeClr val="tx1"/>
          </a:solidFill>
          <a:latin typeface="Arial"/>
          <a:ea typeface="微软雅黑"/>
        </a:defRPr>
      </a:lvl7pPr>
      <a:lvl8pPr marL="3200400" lvl="7" algn="l" defTabSz="914400">
        <a:defRPr sz="1800" kern="1200">
          <a:solidFill>
            <a:schemeClr val="tx1"/>
          </a:solidFill>
          <a:latin typeface="Arial"/>
          <a:ea typeface="微软雅黑"/>
        </a:defRPr>
      </a:lvl8pPr>
      <a:lvl9pPr marL="3657600" lvl="8" algn="l" defTabSz="914400">
        <a:defRPr sz="1800" kern="1200">
          <a:solidFill>
            <a:schemeClr val="tx1"/>
          </a:solidFill>
          <a:latin typeface="Arial"/>
          <a:ea typeface="微软雅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66818105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dirty="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修改记录</a:t>
                      </a:r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产品设计文档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125AD1-3453-744E-B6B8-BC073982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552868"/>
              </p:ext>
            </p:extLst>
          </p:nvPr>
        </p:nvGraphicFramePr>
        <p:xfrm>
          <a:off x="1341535" y="1187150"/>
          <a:ext cx="8455608" cy="2576870"/>
        </p:xfrm>
        <a:graphic>
          <a:graphicData uri="http://schemas.openxmlformats.org/drawingml/2006/table">
            <a:tbl>
              <a:tblPr firstRow="1" bandRow="1">
                <a:tableStyleId>{58542034-FE4F-4ADA-92B8-4CA66D0F0DF3}</a:tableStyleId>
              </a:tblPr>
              <a:tblGrid>
                <a:gridCol w="749727">
                  <a:extLst>
                    <a:ext uri="{9D8B030D-6E8A-4147-A177-3AD203B41FA5}">
                      <a16:colId xmlns:a16="http://schemas.microsoft.com/office/drawing/2014/main" val="2420396171"/>
                    </a:ext>
                  </a:extLst>
                </a:gridCol>
                <a:gridCol w="1019048">
                  <a:extLst>
                    <a:ext uri="{9D8B030D-6E8A-4147-A177-3AD203B41FA5}">
                      <a16:colId xmlns:a16="http://schemas.microsoft.com/office/drawing/2014/main" val="1781339348"/>
                    </a:ext>
                  </a:extLst>
                </a:gridCol>
                <a:gridCol w="1242456">
                  <a:extLst>
                    <a:ext uri="{9D8B030D-6E8A-4147-A177-3AD203B41FA5}">
                      <a16:colId xmlns:a16="http://schemas.microsoft.com/office/drawing/2014/main" val="3756517023"/>
                    </a:ext>
                  </a:extLst>
                </a:gridCol>
                <a:gridCol w="2853768">
                  <a:extLst>
                    <a:ext uri="{9D8B030D-6E8A-4147-A177-3AD203B41FA5}">
                      <a16:colId xmlns:a16="http://schemas.microsoft.com/office/drawing/2014/main" val="1484724584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1243480393"/>
                    </a:ext>
                  </a:extLst>
                </a:gridCol>
                <a:gridCol w="1289912">
                  <a:extLst>
                    <a:ext uri="{9D8B030D-6E8A-4147-A177-3AD203B41FA5}">
                      <a16:colId xmlns:a16="http://schemas.microsoft.com/office/drawing/2014/main" val="236061196"/>
                    </a:ext>
                  </a:extLst>
                </a:gridCol>
              </a:tblGrid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版本号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修改时间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修改内容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作者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079285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2019.06.27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需求初版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刘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6893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0.2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2019.07.03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通过二维码扫描获取货物信息</a:t>
                      </a: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lang="en-US" altLang="zh-CN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去除安卓</a:t>
                      </a: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刘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41871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634036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374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3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5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786806489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嵌入安卓应用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1. </a:t>
                      </a:r>
                      <a:r>
                        <a:rPr lang="ja-JP" altLang="en-US" sz="1200"/>
                        <a:t>设备需要支持蓝牙连接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 </a:t>
                      </a:r>
                      <a:r>
                        <a:rPr lang="zh-CN" altLang="en-US" sz="1200" dirty="0"/>
                        <a:t>通过设备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接口读取货物信息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通过蓝牙把货物信息发送给连接设备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22C1958-6A15-4225-B114-88580E35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2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94FA2F-DD0F-2647-8E11-5601D23EA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40" y="1188721"/>
            <a:ext cx="2542755" cy="3339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541632573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微信小程序扫码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App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二维码扫描按钮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货物位置按钮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二维码扫码页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1.3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定位设备详情页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解绑按钮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重新绑定按钮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货物绑定页面</a:t>
                      </a:r>
                      <a:endParaRPr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需要先通过蓝牙连接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读取设备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使用微信用户作为用户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绑定后的定位设备和货物可以在管理后台查看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4. </a:t>
                      </a:r>
                      <a:r>
                        <a:rPr lang="ja-JP" altLang="en-US" sz="1200"/>
                        <a:t>用于上线微信小程序的账号需要客户自行准备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DAB7-1E43-4B1B-95D3-060731482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3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D34A53E-0AA7-1A46-B569-2734BE6CE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220" y="1894114"/>
            <a:ext cx="7592054" cy="4447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0098650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管理后台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3.1.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登录页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管理员账号登录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数据统计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位置总揽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货物详情页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3.5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定位标签管理页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3.6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定位标签详情页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3.7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电子围栏管理页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3.8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电子围栏编辑页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3.9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告警管理页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3.10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 </a:t>
                      </a:r>
                      <a:r>
                        <a:rPr lang="ja-JP" altLang="en-US" sz="1200"/>
                        <a:t>系统管理页</a:t>
                      </a:r>
                      <a:endParaRPr lang="en-US" altLang="ja-JP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登录后主页包含菜单地图显示园区所有货物位置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和简单数据统计</a:t>
                      </a:r>
                      <a:endParaRPr lang="en-US" altLang="ja-JP" sz="1200" dirty="0"/>
                    </a:p>
                    <a:p>
                      <a:endParaRPr lang="en-US" altLang="zh-CN" sz="1200" dirty="0">
                        <a:solidFill>
                          <a:srgbClr val="000000"/>
                        </a:solidFill>
                        <a:latin typeface="Arial"/>
                        <a:ea typeface="微软雅黑"/>
                      </a:endParaRPr>
                    </a:p>
                    <a:p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2.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 </a:t>
                      </a:r>
                      <a:r>
                        <a:rPr lang="ja-JP" altLang="en-US" sz="120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告警会在管理后台全局范围内弹框提醒</a:t>
                      </a:r>
                      <a:endParaRPr lang="zh-CN" sz="1200" dirty="0">
                        <a:solidFill>
                          <a:srgbClr val="000000"/>
                        </a:solidFill>
                        <a:latin typeface="Arial"/>
                        <a:ea typeface="微软雅黑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4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C11897-D202-BD46-8E7C-BC9EDC64B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291" y="845335"/>
            <a:ext cx="6650566" cy="5557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84662096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大屏展示页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2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登录页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管理员账号登录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包含了园区</a:t>
                      </a:r>
                      <a:r>
                        <a:rPr lang="en-US" altLang="zh-CN" sz="1200" dirty="0"/>
                        <a:t>3D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地图展示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园区货物实时位置展示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告警提醒和实时数据统计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数据统计会根据业务需求添加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客户最好能提供希望看到的统计数据类型</a:t>
                      </a:r>
                      <a:endParaRPr lang="en-US" altLang="ja-JP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AE171C-8D31-4D79-A2DA-4E994DE4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5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E33DF05A-E442-734D-B29F-24162A1AC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60" y="2451462"/>
            <a:ext cx="6731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AE171C-8D31-4D79-A2DA-4E994DE4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6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E37B5-5872-824F-827A-9FED3A6D9780}"/>
              </a:ext>
            </a:extLst>
          </p:cNvPr>
          <p:cNvSpPr txBox="1"/>
          <p:nvPr/>
        </p:nvSpPr>
        <p:spPr>
          <a:xfrm>
            <a:off x="4818413" y="3244334"/>
            <a:ext cx="255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/>
              <a:t>第二期需求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8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0774845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安卓扫码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App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二维码扫描按钮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货物位置按钮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二维码扫码页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2.3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定位设备详情页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解绑按钮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重新绑定按钮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货物绑定页面</a:t>
                      </a:r>
                      <a:endParaRPr lang="en-US" altLang="zh-CN" sz="12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2</a:t>
                      </a:r>
                      <a:r>
                        <a:rPr lang="en-US" altLang="ja-JP" sz="1200" dirty="0"/>
                        <a:t>.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 货物位置页面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安卓地图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）</a:t>
                      </a:r>
                      <a:endParaRPr lang="ja-JP" altLang="en-US" sz="1200"/>
                    </a:p>
                    <a:p>
                      <a:endParaRPr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需要先通过蓝牙连接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读取设备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使用微信用户作为用户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通过安卓地图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显示自定义园区地图及货物位置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绑定后的定位设备和货物可以在管理后台查看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5. </a:t>
                      </a:r>
                      <a:r>
                        <a:rPr lang="ja-JP" altLang="en-US" sz="1200"/>
                        <a:t>需要接入微信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客户需配合注册账号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DAB7-1E43-4B1B-95D3-060731482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7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FA3937-C398-C44C-8955-6844868AA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546" y="1900956"/>
            <a:ext cx="7388772" cy="450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53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513</Words>
  <Application>Microsoft Macintosh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微软雅黑</vt:lpstr>
      <vt:lpstr>微软雅黑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Zheng</dc:creator>
  <cp:lastModifiedBy>Bingxin Liu</cp:lastModifiedBy>
  <cp:revision>33</cp:revision>
  <dcterms:created xsi:type="dcterms:W3CDTF">2019-06-27T06:41:54Z</dcterms:created>
  <dcterms:modified xsi:type="dcterms:W3CDTF">2019-07-03T07:43:21Z</dcterms:modified>
</cp:coreProperties>
</file>